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9" r:id="rId10"/>
    <p:sldId id="265" r:id="rId11"/>
    <p:sldId id="270" r:id="rId12"/>
    <p:sldId id="271" r:id="rId13"/>
    <p:sldId id="267" r:id="rId14"/>
    <p:sldId id="268" r:id="rId15"/>
    <p:sldId id="263" r:id="rId16"/>
    <p:sldId id="282" r:id="rId17"/>
    <p:sldId id="281" r:id="rId18"/>
  </p:sldIdLst>
  <p:sldSz cx="24384000" cy="13716000"/>
  <p:notesSz cx="6858000" cy="9144000"/>
  <p:embeddedFontLst>
    <p:embeddedFont>
      <p:font typeface="Black Han Sans" pitchFamily="2" charset="-127"/>
      <p:regular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D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2853" y="6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동익" userId="072dddf4b71c1549" providerId="LiveId" clId="{EFD8A1B8-113E-4407-A34F-DB424C25378D}"/>
    <pc:docChg chg="undo redo custSel modSld">
      <pc:chgData name="이 동익" userId="072dddf4b71c1549" providerId="LiveId" clId="{EFD8A1B8-113E-4407-A34F-DB424C25378D}" dt="2025-10-28T07:09:56.235" v="2632" actId="478"/>
      <pc:docMkLst>
        <pc:docMk/>
      </pc:docMkLst>
      <pc:sldChg chg="addSp delSp modSp mod">
        <pc:chgData name="이 동익" userId="072dddf4b71c1549" providerId="LiveId" clId="{EFD8A1B8-113E-4407-A34F-DB424C25378D}" dt="2025-10-27T08:28:02.708" v="899" actId="20577"/>
        <pc:sldMkLst>
          <pc:docMk/>
          <pc:sldMk cId="0" sldId="256"/>
        </pc:sldMkLst>
        <pc:spChg chg="mod">
          <ac:chgData name="이 동익" userId="072dddf4b71c1549" providerId="LiveId" clId="{EFD8A1B8-113E-4407-A34F-DB424C25378D}" dt="2025-10-27T05:46:25.351" v="72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이 동익" userId="072dddf4b71c1549" providerId="LiveId" clId="{EFD8A1B8-113E-4407-A34F-DB424C25378D}" dt="2025-10-27T05:46:20.498" v="68" actId="255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이 동익" userId="072dddf4b71c1549" providerId="LiveId" clId="{EFD8A1B8-113E-4407-A34F-DB424C25378D}" dt="2025-10-27T08:28:02.708" v="899" actId="20577"/>
          <ac:spMkLst>
            <pc:docMk/>
            <pc:sldMk cId="0" sldId="256"/>
            <ac:spMk id="10" creationId="{120764D7-625B-176E-639F-6801A87C3674}"/>
          </ac:spMkLst>
        </pc:spChg>
        <pc:picChg chg="del">
          <ac:chgData name="이 동익" userId="072dddf4b71c1549" providerId="LiveId" clId="{EFD8A1B8-113E-4407-A34F-DB424C25378D}" dt="2025-10-27T08:24:27.355" v="700" actId="478"/>
          <ac:picMkLst>
            <pc:docMk/>
            <pc:sldMk cId="0" sldId="256"/>
            <ac:picMk id="7" creationId="{00000000-0000-0000-0000-000000000000}"/>
          </ac:picMkLst>
        </pc:picChg>
      </pc:sldChg>
      <pc:sldChg chg="addSp delSp modSp mod">
        <pc:chgData name="이 동익" userId="072dddf4b71c1549" providerId="LiveId" clId="{EFD8A1B8-113E-4407-A34F-DB424C25378D}" dt="2025-10-28T00:04:05.562" v="2082" actId="20577"/>
        <pc:sldMkLst>
          <pc:docMk/>
          <pc:sldMk cId="0" sldId="257"/>
        </pc:sldMkLst>
        <pc:spChg chg="mod">
          <ac:chgData name="이 동익" userId="072dddf4b71c1549" providerId="LiveId" clId="{EFD8A1B8-113E-4407-A34F-DB424C25378D}" dt="2025-10-28T00:01:55.143" v="2054" actId="10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이 동익" userId="072dddf4b71c1549" providerId="LiveId" clId="{EFD8A1B8-113E-4407-A34F-DB424C25378D}" dt="2025-10-28T00:01:55.143" v="2054" actId="10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이 동익" userId="072dddf4b71c1549" providerId="LiveId" clId="{EFD8A1B8-113E-4407-A34F-DB424C25378D}" dt="2025-10-28T00:00:35.389" v="2030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이 동익" userId="072dddf4b71c1549" providerId="LiveId" clId="{EFD8A1B8-113E-4407-A34F-DB424C25378D}" dt="2025-10-27T23:58:53.333" v="2025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이 동익" userId="072dddf4b71c1549" providerId="LiveId" clId="{EFD8A1B8-113E-4407-A34F-DB424C25378D}" dt="2025-10-28T00:01:41.296" v="2051" actId="10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이 동익" userId="072dddf4b71c1549" providerId="LiveId" clId="{EFD8A1B8-113E-4407-A34F-DB424C25378D}" dt="2025-10-28T00:01:41.296" v="2051" actId="1036"/>
          <ac:spMkLst>
            <pc:docMk/>
            <pc:sldMk cId="0" sldId="257"/>
            <ac:spMk id="12" creationId="{00000000-0000-0000-0000-000000000000}"/>
          </ac:spMkLst>
        </pc:spChg>
        <pc:spChg chg="del mod">
          <ac:chgData name="이 동익" userId="072dddf4b71c1549" providerId="LiveId" clId="{EFD8A1B8-113E-4407-A34F-DB424C25378D}" dt="2025-10-27T23:58:16.228" v="2004" actId="478"/>
          <ac:spMkLst>
            <pc:docMk/>
            <pc:sldMk cId="0" sldId="257"/>
            <ac:spMk id="13" creationId="{00000000-0000-0000-0000-000000000000}"/>
          </ac:spMkLst>
        </pc:spChg>
        <pc:spChg chg="add del mod">
          <ac:chgData name="이 동익" userId="072dddf4b71c1549" providerId="LiveId" clId="{EFD8A1B8-113E-4407-A34F-DB424C25378D}" dt="2025-10-27T23:58:18.220" v="2005" actId="478"/>
          <ac:spMkLst>
            <pc:docMk/>
            <pc:sldMk cId="0" sldId="257"/>
            <ac:spMk id="14" creationId="{00000000-0000-0000-0000-000000000000}"/>
          </ac:spMkLst>
        </pc:spChg>
        <pc:spChg chg="mod">
          <ac:chgData name="이 동익" userId="072dddf4b71c1549" providerId="LiveId" clId="{EFD8A1B8-113E-4407-A34F-DB424C25378D}" dt="2025-10-28T00:03:51.579" v="2076" actId="103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이 동익" userId="072dddf4b71c1549" providerId="LiveId" clId="{EFD8A1B8-113E-4407-A34F-DB424C25378D}" dt="2025-10-28T00:03:59.518" v="2078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이 동익" userId="072dddf4b71c1549" providerId="LiveId" clId="{EFD8A1B8-113E-4407-A34F-DB424C25378D}" dt="2025-10-28T00:03:45.652" v="2073" actId="103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이 동익" userId="072dddf4b71c1549" providerId="LiveId" clId="{EFD8A1B8-113E-4407-A34F-DB424C25378D}" dt="2025-10-28T00:04:02.803" v="2080" actId="20577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이 동익" userId="072dddf4b71c1549" providerId="LiveId" clId="{EFD8A1B8-113E-4407-A34F-DB424C25378D}" dt="2025-10-28T00:01:26.978" v="2049" actId="478"/>
          <ac:spMkLst>
            <pc:docMk/>
            <pc:sldMk cId="0" sldId="257"/>
            <ac:spMk id="19" creationId="{00000000-0000-0000-0000-000000000000}"/>
          </ac:spMkLst>
        </pc:spChg>
        <pc:spChg chg="del mod">
          <ac:chgData name="이 동익" userId="072dddf4b71c1549" providerId="LiveId" clId="{EFD8A1B8-113E-4407-A34F-DB424C25378D}" dt="2025-10-28T00:01:24.071" v="2048" actId="478"/>
          <ac:spMkLst>
            <pc:docMk/>
            <pc:sldMk cId="0" sldId="257"/>
            <ac:spMk id="20" creationId="{00000000-0000-0000-0000-000000000000}"/>
          </ac:spMkLst>
        </pc:spChg>
        <pc:spChg chg="add del mod">
          <ac:chgData name="이 동익" userId="072dddf4b71c1549" providerId="LiveId" clId="{EFD8A1B8-113E-4407-A34F-DB424C25378D}" dt="2025-10-28T00:03:37.333" v="2070" actId="14100"/>
          <ac:spMkLst>
            <pc:docMk/>
            <pc:sldMk cId="0" sldId="257"/>
            <ac:spMk id="21" creationId="{00000000-0000-0000-0000-000000000000}"/>
          </ac:spMkLst>
        </pc:spChg>
        <pc:spChg chg="add del mod">
          <ac:chgData name="이 동익" userId="072dddf4b71c1549" providerId="LiveId" clId="{EFD8A1B8-113E-4407-A34F-DB424C25378D}" dt="2025-10-28T00:04:05.562" v="2082" actId="20577"/>
          <ac:spMkLst>
            <pc:docMk/>
            <pc:sldMk cId="0" sldId="257"/>
            <ac:spMk id="22" creationId="{00000000-0000-0000-0000-000000000000}"/>
          </ac:spMkLst>
        </pc:spChg>
        <pc:spChg chg="add del mod">
          <ac:chgData name="이 동익" userId="072dddf4b71c1549" providerId="LiveId" clId="{EFD8A1B8-113E-4407-A34F-DB424C25378D}" dt="2025-10-27T08:16:41.766" v="476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이 동익" userId="072dddf4b71c1549" providerId="LiveId" clId="{EFD8A1B8-113E-4407-A34F-DB424C25378D}" dt="2025-10-27T08:16:43.885" v="477" actId="478"/>
          <ac:spMkLst>
            <pc:docMk/>
            <pc:sldMk cId="0" sldId="257"/>
            <ac:spMk id="24" creationId="{00000000-0000-0000-0000-000000000000}"/>
          </ac:spMkLst>
        </pc:spChg>
        <pc:spChg chg="add del">
          <ac:chgData name="이 동익" userId="072dddf4b71c1549" providerId="LiveId" clId="{EFD8A1B8-113E-4407-A34F-DB424C25378D}" dt="2025-10-27T08:16:51.865" v="481" actId="478"/>
          <ac:spMkLst>
            <pc:docMk/>
            <pc:sldMk cId="0" sldId="257"/>
            <ac:spMk id="25" creationId="{00000000-0000-0000-0000-000000000000}"/>
          </ac:spMkLst>
        </pc:spChg>
        <pc:spChg chg="add del">
          <ac:chgData name="이 동익" userId="072dddf4b71c1549" providerId="LiveId" clId="{EFD8A1B8-113E-4407-A34F-DB424C25378D}" dt="2025-10-27T08:16:49.971" v="480" actId="478"/>
          <ac:spMkLst>
            <pc:docMk/>
            <pc:sldMk cId="0" sldId="257"/>
            <ac:spMk id="26" creationId="{00000000-0000-0000-0000-000000000000}"/>
          </ac:spMkLst>
        </pc:spChg>
        <pc:spChg chg="add del">
          <ac:chgData name="이 동익" userId="072dddf4b71c1549" providerId="LiveId" clId="{EFD8A1B8-113E-4407-A34F-DB424C25378D}" dt="2025-10-27T08:16:53.486" v="482" actId="478"/>
          <ac:spMkLst>
            <pc:docMk/>
            <pc:sldMk cId="0" sldId="257"/>
            <ac:spMk id="27" creationId="{00000000-0000-0000-0000-000000000000}"/>
          </ac:spMkLst>
        </pc:spChg>
        <pc:spChg chg="add del">
          <ac:chgData name="이 동익" userId="072dddf4b71c1549" providerId="LiveId" clId="{EFD8A1B8-113E-4407-A34F-DB424C25378D}" dt="2025-10-27T08:17:03.590" v="485" actId="478"/>
          <ac:spMkLst>
            <pc:docMk/>
            <pc:sldMk cId="0" sldId="257"/>
            <ac:spMk id="28" creationId="{00000000-0000-0000-0000-000000000000}"/>
          </ac:spMkLst>
        </pc:spChg>
        <pc:picChg chg="mod">
          <ac:chgData name="이 동익" userId="072dddf4b71c1549" providerId="LiveId" clId="{EFD8A1B8-113E-4407-A34F-DB424C25378D}" dt="2025-10-28T00:02:18.758" v="2058" actId="1076"/>
          <ac:picMkLst>
            <pc:docMk/>
            <pc:sldMk cId="0" sldId="257"/>
            <ac:picMk id="2" creationId="{00000000-0000-0000-0000-000000000000}"/>
          </ac:picMkLst>
        </pc:picChg>
        <pc:picChg chg="mod">
          <ac:chgData name="이 동익" userId="072dddf4b71c1549" providerId="LiveId" clId="{EFD8A1B8-113E-4407-A34F-DB424C25378D}" dt="2025-10-27T08:21:10.583" v="572" actId="14100"/>
          <ac:picMkLst>
            <pc:docMk/>
            <pc:sldMk cId="0" sldId="257"/>
            <ac:picMk id="4" creationId="{00000000-0000-0000-0000-000000000000}"/>
          </ac:picMkLst>
        </pc:picChg>
        <pc:picChg chg="del mod">
          <ac:chgData name="이 동익" userId="072dddf4b71c1549" providerId="LiveId" clId="{EFD8A1B8-113E-4407-A34F-DB424C25378D}" dt="2025-10-27T08:21:40.811" v="678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이 동익" userId="072dddf4b71c1549" providerId="LiveId" clId="{EFD8A1B8-113E-4407-A34F-DB424C25378D}" dt="2025-10-27T08:21:45.963" v="688" actId="1037"/>
          <ac:picMkLst>
            <pc:docMk/>
            <pc:sldMk cId="0" sldId="257"/>
            <ac:picMk id="29" creationId="{5C09C11A-B7A4-F628-4DFA-77DF54DBFCE7}"/>
          </ac:picMkLst>
        </pc:picChg>
      </pc:sldChg>
      <pc:sldChg chg="addSp delSp modSp mod">
        <pc:chgData name="이 동익" userId="072dddf4b71c1549" providerId="LiveId" clId="{EFD8A1B8-113E-4407-A34F-DB424C25378D}" dt="2025-10-27T08:38:26.748" v="1559" actId="20577"/>
        <pc:sldMkLst>
          <pc:docMk/>
          <pc:sldMk cId="0" sldId="258"/>
        </pc:sldMkLst>
        <pc:spChg chg="mod">
          <ac:chgData name="이 동익" userId="072dddf4b71c1549" providerId="LiveId" clId="{EFD8A1B8-113E-4407-A34F-DB424C25378D}" dt="2025-10-27T08:30:44.120" v="1051" actId="6549"/>
          <ac:spMkLst>
            <pc:docMk/>
            <pc:sldMk cId="0" sldId="258"/>
            <ac:spMk id="16" creationId="{00000000-0000-0000-0000-000000000000}"/>
          </ac:spMkLst>
        </pc:spChg>
        <pc:spChg chg="mod">
          <ac:chgData name="이 동익" userId="072dddf4b71c1549" providerId="LiveId" clId="{EFD8A1B8-113E-4407-A34F-DB424C25378D}" dt="2025-10-27T08:33:46.028" v="1374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이 동익" userId="072dddf4b71c1549" providerId="LiveId" clId="{EFD8A1B8-113E-4407-A34F-DB424C25378D}" dt="2025-10-27T08:37:41.643" v="1444" actId="6549"/>
          <ac:spMkLst>
            <pc:docMk/>
            <pc:sldMk cId="0" sldId="258"/>
            <ac:spMk id="18" creationId="{00000000-0000-0000-0000-000000000000}"/>
          </ac:spMkLst>
        </pc:spChg>
        <pc:spChg chg="mod">
          <ac:chgData name="이 동익" userId="072dddf4b71c1549" providerId="LiveId" clId="{EFD8A1B8-113E-4407-A34F-DB424C25378D}" dt="2025-10-27T08:33:24.345" v="1373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이 동익" userId="072dddf4b71c1549" providerId="LiveId" clId="{EFD8A1B8-113E-4407-A34F-DB424C25378D}" dt="2025-10-27T08:38:26.748" v="1559" actId="20577"/>
          <ac:spMkLst>
            <pc:docMk/>
            <pc:sldMk cId="0" sldId="258"/>
            <ac:spMk id="20" creationId="{00000000-0000-0000-0000-000000000000}"/>
          </ac:spMkLst>
        </pc:spChg>
        <pc:spChg chg="add del">
          <ac:chgData name="이 동익" userId="072dddf4b71c1549" providerId="LiveId" clId="{EFD8A1B8-113E-4407-A34F-DB424C25378D}" dt="2025-10-27T08:32:42.454" v="1313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이 동익" userId="072dddf4b71c1549" providerId="LiveId" clId="{EFD8A1B8-113E-4407-A34F-DB424C25378D}" dt="2025-10-27T08:32:50.180" v="1315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이 동익" userId="072dddf4b71c1549" providerId="LiveId" clId="{EFD8A1B8-113E-4407-A34F-DB424C25378D}" dt="2025-10-27T08:32:50.180" v="1315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이 동익" userId="072dddf4b71c1549" providerId="LiveId" clId="{EFD8A1B8-113E-4407-A34F-DB424C25378D}" dt="2025-10-27T08:32:50.180" v="1315" actId="478"/>
          <ac:spMkLst>
            <pc:docMk/>
            <pc:sldMk cId="0" sldId="258"/>
            <ac:spMk id="24" creationId="{00000000-0000-0000-0000-000000000000}"/>
          </ac:spMkLst>
        </pc:spChg>
        <pc:spChg chg="mod">
          <ac:chgData name="이 동익" userId="072dddf4b71c1549" providerId="LiveId" clId="{EFD8A1B8-113E-4407-A34F-DB424C25378D}" dt="2025-10-27T08:27:38.333" v="740" actId="20577"/>
          <ac:spMkLst>
            <pc:docMk/>
            <pc:sldMk cId="0" sldId="258"/>
            <ac:spMk id="25" creationId="{00000000-0000-0000-0000-000000000000}"/>
          </ac:spMkLst>
        </pc:spChg>
        <pc:picChg chg="add del mod">
          <ac:chgData name="이 동익" userId="072dddf4b71c1549" providerId="LiveId" clId="{EFD8A1B8-113E-4407-A34F-DB424C25378D}" dt="2025-10-27T08:35:58.520" v="1417" actId="14100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이 동익" userId="072dddf4b71c1549" providerId="LiveId" clId="{EFD8A1B8-113E-4407-A34F-DB424C25378D}" dt="2025-10-27T08:34:02.329" v="1376" actId="1076"/>
          <ac:picMkLst>
            <pc:docMk/>
            <pc:sldMk cId="0" sldId="258"/>
            <ac:picMk id="7" creationId="{00000000-0000-0000-0000-000000000000}"/>
          </ac:picMkLst>
        </pc:picChg>
        <pc:picChg chg="add del">
          <ac:chgData name="이 동익" userId="072dddf4b71c1549" providerId="LiveId" clId="{EFD8A1B8-113E-4407-A34F-DB424C25378D}" dt="2025-10-27T08:32:44.298" v="1314" actId="478"/>
          <ac:picMkLst>
            <pc:docMk/>
            <pc:sldMk cId="0" sldId="258"/>
            <ac:picMk id="8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28:28.158" v="900" actId="478"/>
          <ac:picMkLst>
            <pc:docMk/>
            <pc:sldMk cId="0" sldId="258"/>
            <ac:picMk id="9" creationId="{00000000-0000-0000-0000-000000000000}"/>
          </ac:picMkLst>
        </pc:picChg>
        <pc:picChg chg="add del">
          <ac:chgData name="이 동익" userId="072dddf4b71c1549" providerId="LiveId" clId="{EFD8A1B8-113E-4407-A34F-DB424C25378D}" dt="2025-10-27T08:32:25.668" v="1305" actId="478"/>
          <ac:picMkLst>
            <pc:docMk/>
            <pc:sldMk cId="0" sldId="258"/>
            <ac:picMk id="10" creationId="{00000000-0000-0000-0000-000000000000}"/>
          </ac:picMkLst>
        </pc:picChg>
        <pc:picChg chg="mod">
          <ac:chgData name="이 동익" userId="072dddf4b71c1549" providerId="LiveId" clId="{EFD8A1B8-113E-4407-A34F-DB424C25378D}" dt="2025-10-27T08:33:46.028" v="1374" actId="1076"/>
          <ac:picMkLst>
            <pc:docMk/>
            <pc:sldMk cId="0" sldId="258"/>
            <ac:picMk id="11" creationId="{00000000-0000-0000-0000-000000000000}"/>
          </ac:picMkLst>
        </pc:picChg>
        <pc:picChg chg="mod ord">
          <ac:chgData name="이 동익" userId="072dddf4b71c1549" providerId="LiveId" clId="{EFD8A1B8-113E-4407-A34F-DB424C25378D}" dt="2025-10-27T08:35:07.934" v="1391" actId="170"/>
          <ac:picMkLst>
            <pc:docMk/>
            <pc:sldMk cId="0" sldId="258"/>
            <ac:picMk id="12" creationId="{00000000-0000-0000-0000-000000000000}"/>
          </ac:picMkLst>
        </pc:picChg>
        <pc:picChg chg="mod">
          <ac:chgData name="이 동익" userId="072dddf4b71c1549" providerId="LiveId" clId="{EFD8A1B8-113E-4407-A34F-DB424C25378D}" dt="2025-10-27T08:33:46.028" v="1374" actId="1076"/>
          <ac:picMkLst>
            <pc:docMk/>
            <pc:sldMk cId="0" sldId="258"/>
            <ac:picMk id="13" creationId="{00000000-0000-0000-0000-000000000000}"/>
          </ac:picMkLst>
        </pc:picChg>
        <pc:picChg chg="add del">
          <ac:chgData name="이 동익" userId="072dddf4b71c1549" providerId="LiveId" clId="{EFD8A1B8-113E-4407-A34F-DB424C25378D}" dt="2025-10-27T08:32:37.793" v="1312" actId="478"/>
          <ac:picMkLst>
            <pc:docMk/>
            <pc:sldMk cId="0" sldId="258"/>
            <ac:picMk id="14" creationId="{00000000-0000-0000-0000-000000000000}"/>
          </ac:picMkLst>
        </pc:picChg>
        <pc:picChg chg="mod">
          <ac:chgData name="이 동익" userId="072dddf4b71c1549" providerId="LiveId" clId="{EFD8A1B8-113E-4407-A34F-DB424C25378D}" dt="2025-10-27T08:33:24.345" v="1373" actId="1076"/>
          <ac:picMkLst>
            <pc:docMk/>
            <pc:sldMk cId="0" sldId="258"/>
            <ac:picMk id="15" creationId="{00000000-0000-0000-0000-000000000000}"/>
          </ac:picMkLst>
        </pc:picChg>
        <pc:picChg chg="add del mod ord">
          <ac:chgData name="이 동익" userId="072dddf4b71c1549" providerId="LiveId" clId="{EFD8A1B8-113E-4407-A34F-DB424C25378D}" dt="2025-10-27T08:36:01.624" v="1418" actId="478"/>
          <ac:picMkLst>
            <pc:docMk/>
            <pc:sldMk cId="0" sldId="258"/>
            <ac:picMk id="26" creationId="{393D288F-18EE-F4CC-B764-A9F442D4CBA3}"/>
          </ac:picMkLst>
        </pc:picChg>
      </pc:sldChg>
      <pc:sldChg chg="addSp delSp modSp mod">
        <pc:chgData name="이 동익" userId="072dddf4b71c1549" providerId="LiveId" clId="{EFD8A1B8-113E-4407-A34F-DB424C25378D}" dt="2025-10-28T00:35:58.647" v="2185" actId="20577"/>
        <pc:sldMkLst>
          <pc:docMk/>
          <pc:sldMk cId="0" sldId="259"/>
        </pc:sldMkLst>
        <pc:spChg chg="mod topLvl">
          <ac:chgData name="이 동익" userId="072dddf4b71c1549" providerId="LiveId" clId="{EFD8A1B8-113E-4407-A34F-DB424C25378D}" dt="2025-10-27T23:46:20.872" v="1919" actId="1035"/>
          <ac:spMkLst>
            <pc:docMk/>
            <pc:sldMk cId="0" sldId="259"/>
            <ac:spMk id="4" creationId="{84BE8905-4F74-7CB7-5C2F-50B1744103C6}"/>
          </ac:spMkLst>
        </pc:spChg>
        <pc:spChg chg="mod topLvl">
          <ac:chgData name="이 동익" userId="072dddf4b71c1549" providerId="LiveId" clId="{EFD8A1B8-113E-4407-A34F-DB424C25378D}" dt="2025-10-28T00:35:09.378" v="2142" actId="20577"/>
          <ac:spMkLst>
            <pc:docMk/>
            <pc:sldMk cId="0" sldId="259"/>
            <ac:spMk id="5" creationId="{5DA30ABA-4223-E869-9B0C-9D28B2E98A12}"/>
          </ac:spMkLst>
        </pc:spChg>
        <pc:spChg chg="del mod topLvl">
          <ac:chgData name="이 동익" userId="072dddf4b71c1549" providerId="LiveId" clId="{EFD8A1B8-113E-4407-A34F-DB424C25378D}" dt="2025-10-27T23:37:06.076" v="1688" actId="478"/>
          <ac:spMkLst>
            <pc:docMk/>
            <pc:sldMk cId="0" sldId="259"/>
            <ac:spMk id="6" creationId="{599F13F6-89E6-CBC2-674E-A70C89FDE268}"/>
          </ac:spMkLst>
        </pc:spChg>
        <pc:spChg chg="del mod">
          <ac:chgData name="이 동익" userId="072dddf4b71c1549" providerId="LiveId" clId="{EFD8A1B8-113E-4407-A34F-DB424C25378D}" dt="2025-10-27T23:37:08.122" v="1690" actId="478"/>
          <ac:spMkLst>
            <pc:docMk/>
            <pc:sldMk cId="0" sldId="259"/>
            <ac:spMk id="7" creationId="{5BAE360D-7F20-43FB-F893-D1024EF1B2EB}"/>
          </ac:spMkLst>
        </pc:spChg>
        <pc:spChg chg="del">
          <ac:chgData name="이 동익" userId="072dddf4b71c1549" providerId="LiveId" clId="{EFD8A1B8-113E-4407-A34F-DB424C25378D}" dt="2025-10-27T23:37:10.649" v="1691" actId="478"/>
          <ac:spMkLst>
            <pc:docMk/>
            <pc:sldMk cId="0" sldId="259"/>
            <ac:spMk id="8" creationId="{24A429AE-A3E0-DEAE-13B4-542F43C7CA11}"/>
          </ac:spMkLst>
        </pc:spChg>
        <pc:spChg chg="mod">
          <ac:chgData name="이 동익" userId="072dddf4b71c1549" providerId="LiveId" clId="{EFD8A1B8-113E-4407-A34F-DB424C25378D}" dt="2025-10-27T23:34:29.799" v="1671" actId="255"/>
          <ac:spMkLst>
            <pc:docMk/>
            <pc:sldMk cId="0" sldId="259"/>
            <ac:spMk id="9" creationId="{C896D500-15F4-7815-7DB9-FCCCDC053F97}"/>
          </ac:spMkLst>
        </pc:spChg>
        <pc:spChg chg="mod">
          <ac:chgData name="이 동익" userId="072dddf4b71c1549" providerId="LiveId" clId="{EFD8A1B8-113E-4407-A34F-DB424C25378D}" dt="2025-10-27T23:44:32.879" v="1885" actId="1035"/>
          <ac:spMkLst>
            <pc:docMk/>
            <pc:sldMk cId="0" sldId="259"/>
            <ac:spMk id="10" creationId="{BE3C591B-D1B7-4CB0-2934-5EDC77334E49}"/>
          </ac:spMkLst>
        </pc:spChg>
        <pc:spChg chg="mod topLvl">
          <ac:chgData name="이 동익" userId="072dddf4b71c1549" providerId="LiveId" clId="{EFD8A1B8-113E-4407-A34F-DB424C25378D}" dt="2025-10-27T23:34:29.799" v="1671" actId="255"/>
          <ac:spMkLst>
            <pc:docMk/>
            <pc:sldMk cId="0" sldId="259"/>
            <ac:spMk id="11" creationId="{471A134F-6494-6C56-0B21-B0CC2E143A04}"/>
          </ac:spMkLst>
        </pc:spChg>
        <pc:spChg chg="mod">
          <ac:chgData name="이 동익" userId="072dddf4b71c1549" providerId="LiveId" clId="{EFD8A1B8-113E-4407-A34F-DB424C25378D}" dt="2025-10-27T23:44:34.151" v="1886" actId="1035"/>
          <ac:spMkLst>
            <pc:docMk/>
            <pc:sldMk cId="0" sldId="259"/>
            <ac:spMk id="12" creationId="{7EAE5723-20F6-85BF-CD47-DD7FAE0E0DE9}"/>
          </ac:spMkLst>
        </pc:spChg>
        <pc:spChg chg="mod topLvl">
          <ac:chgData name="이 동익" userId="072dddf4b71c1549" providerId="LiveId" clId="{EFD8A1B8-113E-4407-A34F-DB424C25378D}" dt="2025-10-27T23:34:29.799" v="1671" actId="255"/>
          <ac:spMkLst>
            <pc:docMk/>
            <pc:sldMk cId="0" sldId="259"/>
            <ac:spMk id="13" creationId="{E6849A89-7F3D-ACE9-031E-587D08C71A0C}"/>
          </ac:spMkLst>
        </pc:spChg>
        <pc:spChg chg="mod">
          <ac:chgData name="이 동익" userId="072dddf4b71c1549" providerId="LiveId" clId="{EFD8A1B8-113E-4407-A34F-DB424C25378D}" dt="2025-10-27T23:44:23.948" v="1881" actId="1036"/>
          <ac:spMkLst>
            <pc:docMk/>
            <pc:sldMk cId="0" sldId="259"/>
            <ac:spMk id="14" creationId="{8B908B41-8DCE-CC1B-3F55-405BEF5A71CC}"/>
          </ac:spMkLst>
        </pc:spChg>
        <pc:spChg chg="mod">
          <ac:chgData name="이 동익" userId="072dddf4b71c1549" providerId="LiveId" clId="{EFD8A1B8-113E-4407-A34F-DB424C25378D}" dt="2025-10-27T23:34:29.799" v="1671" actId="255"/>
          <ac:spMkLst>
            <pc:docMk/>
            <pc:sldMk cId="0" sldId="259"/>
            <ac:spMk id="15" creationId="{93A84A58-34D3-9DDC-3280-56BD3B052DF5}"/>
          </ac:spMkLst>
        </pc:spChg>
        <pc:spChg chg="mod">
          <ac:chgData name="이 동익" userId="072dddf4b71c1549" providerId="LiveId" clId="{EFD8A1B8-113E-4407-A34F-DB424C25378D}" dt="2025-10-27T23:44:36.053" v="1887" actId="1035"/>
          <ac:spMkLst>
            <pc:docMk/>
            <pc:sldMk cId="0" sldId="259"/>
            <ac:spMk id="16" creationId="{4BAE9339-5952-BC10-8136-C9D2A423EAAE}"/>
          </ac:spMkLst>
        </pc:spChg>
        <pc:spChg chg="del">
          <ac:chgData name="이 동익" userId="072dddf4b71c1549" providerId="LiveId" clId="{EFD8A1B8-113E-4407-A34F-DB424C25378D}" dt="2025-10-27T08:39:34.449" v="1601" actId="47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이 동익" userId="072dddf4b71c1549" providerId="LiveId" clId="{EFD8A1B8-113E-4407-A34F-DB424C25378D}" dt="2025-10-27T23:34:29.799" v="1671" actId="255"/>
          <ac:spMkLst>
            <pc:docMk/>
            <pc:sldMk cId="0" sldId="259"/>
            <ac:spMk id="17" creationId="{982A3A02-8671-303B-67FC-BB6190F0EF3A}"/>
          </ac:spMkLst>
        </pc:spChg>
        <pc:spChg chg="del">
          <ac:chgData name="이 동익" userId="072dddf4b71c1549" providerId="LiveId" clId="{EFD8A1B8-113E-4407-A34F-DB424C25378D}" dt="2025-10-27T08:39:41.800" v="1605" actId="478"/>
          <ac:spMkLst>
            <pc:docMk/>
            <pc:sldMk cId="0" sldId="259"/>
            <ac:spMk id="18" creationId="{00000000-0000-0000-0000-000000000000}"/>
          </ac:spMkLst>
        </pc:spChg>
        <pc:spChg chg="mod">
          <ac:chgData name="이 동익" userId="072dddf4b71c1549" providerId="LiveId" clId="{EFD8A1B8-113E-4407-A34F-DB424C25378D}" dt="2025-10-27T23:34:29.799" v="1671" actId="255"/>
          <ac:spMkLst>
            <pc:docMk/>
            <pc:sldMk cId="0" sldId="259"/>
            <ac:spMk id="18" creationId="{668C20F1-0E9A-5D3D-9806-B5F09BC0773A}"/>
          </ac:spMkLst>
        </pc:spChg>
        <pc:spChg chg="del">
          <ac:chgData name="이 동익" userId="072dddf4b71c1549" providerId="LiveId" clId="{EFD8A1B8-113E-4407-A34F-DB424C25378D}" dt="2025-10-27T08:39:26.155" v="1591" actId="478"/>
          <ac:spMkLst>
            <pc:docMk/>
            <pc:sldMk cId="0" sldId="259"/>
            <ac:spMk id="19" creationId="{00000000-0000-0000-0000-000000000000}"/>
          </ac:spMkLst>
        </pc:spChg>
        <pc:spChg chg="mod topLvl">
          <ac:chgData name="이 동익" userId="072dddf4b71c1549" providerId="LiveId" clId="{EFD8A1B8-113E-4407-A34F-DB424C25378D}" dt="2025-10-27T23:34:29.799" v="1671" actId="255"/>
          <ac:spMkLst>
            <pc:docMk/>
            <pc:sldMk cId="0" sldId="259"/>
            <ac:spMk id="19" creationId="{489CB015-525F-EB81-A94B-100E5E330D80}"/>
          </ac:spMkLst>
        </pc:spChg>
        <pc:spChg chg="del">
          <ac:chgData name="이 동익" userId="072dddf4b71c1549" providerId="LiveId" clId="{EFD8A1B8-113E-4407-A34F-DB424C25378D}" dt="2025-10-27T08:39:36.016" v="1602" actId="478"/>
          <ac:spMkLst>
            <pc:docMk/>
            <pc:sldMk cId="0" sldId="259"/>
            <ac:spMk id="20" creationId="{00000000-0000-0000-0000-000000000000}"/>
          </ac:spMkLst>
        </pc:spChg>
        <pc:spChg chg="mod">
          <ac:chgData name="이 동익" userId="072dddf4b71c1549" providerId="LiveId" clId="{EFD8A1B8-113E-4407-A34F-DB424C25378D}" dt="2025-10-27T23:45:00.099" v="1894" actId="1036"/>
          <ac:spMkLst>
            <pc:docMk/>
            <pc:sldMk cId="0" sldId="259"/>
            <ac:spMk id="20" creationId="{86AAA3C9-8879-A321-F19E-2988BEF69492}"/>
          </ac:spMkLst>
        </pc:spChg>
        <pc:spChg chg="del">
          <ac:chgData name="이 동익" userId="072dddf4b71c1549" providerId="LiveId" clId="{EFD8A1B8-113E-4407-A34F-DB424C25378D}" dt="2025-10-27T08:39:43.464" v="1606" actId="478"/>
          <ac:spMkLst>
            <pc:docMk/>
            <pc:sldMk cId="0" sldId="259"/>
            <ac:spMk id="21" creationId="{00000000-0000-0000-0000-000000000000}"/>
          </ac:spMkLst>
        </pc:spChg>
        <pc:spChg chg="mod topLvl">
          <ac:chgData name="이 동익" userId="072dddf4b71c1549" providerId="LiveId" clId="{EFD8A1B8-113E-4407-A34F-DB424C25378D}" dt="2025-10-27T23:45:09.761" v="1904" actId="14100"/>
          <ac:spMkLst>
            <pc:docMk/>
            <pc:sldMk cId="0" sldId="259"/>
            <ac:spMk id="21" creationId="{3A5BAC99-5FE8-332E-DD17-4801DF883598}"/>
          </ac:spMkLst>
        </pc:spChg>
        <pc:spChg chg="del">
          <ac:chgData name="이 동익" userId="072dddf4b71c1549" providerId="LiveId" clId="{EFD8A1B8-113E-4407-A34F-DB424C25378D}" dt="2025-10-27T08:39:38.031" v="1603" actId="478"/>
          <ac:spMkLst>
            <pc:docMk/>
            <pc:sldMk cId="0" sldId="259"/>
            <ac:spMk id="22" creationId="{00000000-0000-0000-0000-000000000000}"/>
          </ac:spMkLst>
        </pc:spChg>
        <pc:spChg chg="del mod">
          <ac:chgData name="이 동익" userId="072dddf4b71c1549" providerId="LiveId" clId="{EFD8A1B8-113E-4407-A34F-DB424C25378D}" dt="2025-10-27T23:45:31.004" v="1914" actId="478"/>
          <ac:spMkLst>
            <pc:docMk/>
            <pc:sldMk cId="0" sldId="259"/>
            <ac:spMk id="22" creationId="{23666248-C0F5-3F6B-139E-B00D763E8780}"/>
          </ac:spMkLst>
        </pc:spChg>
        <pc:spChg chg="del">
          <ac:chgData name="이 동익" userId="072dddf4b71c1549" providerId="LiveId" clId="{EFD8A1B8-113E-4407-A34F-DB424C25378D}" dt="2025-10-27T08:39:44.766" v="1607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이 동익" userId="072dddf4b71c1549" providerId="LiveId" clId="{EFD8A1B8-113E-4407-A34F-DB424C25378D}" dt="2025-10-27T23:45:30.023" v="1913" actId="478"/>
          <ac:spMkLst>
            <pc:docMk/>
            <pc:sldMk cId="0" sldId="259"/>
            <ac:spMk id="23" creationId="{C97F6826-A1E4-B193-43B8-60090B9CD424}"/>
          </ac:spMkLst>
        </pc:spChg>
        <pc:spChg chg="del">
          <ac:chgData name="이 동익" userId="072dddf4b71c1549" providerId="LiveId" clId="{EFD8A1B8-113E-4407-A34F-DB424C25378D}" dt="2025-10-27T08:39:40.298" v="1604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이 동익" userId="072dddf4b71c1549" providerId="LiveId" clId="{EFD8A1B8-113E-4407-A34F-DB424C25378D}" dt="2025-10-27T23:45:27.429" v="1912" actId="478"/>
          <ac:spMkLst>
            <pc:docMk/>
            <pc:sldMk cId="0" sldId="259"/>
            <ac:spMk id="24" creationId="{2083D634-DCBC-17D5-02B8-560370C4503E}"/>
          </ac:spMkLst>
        </pc:spChg>
        <pc:spChg chg="del">
          <ac:chgData name="이 동익" userId="072dddf4b71c1549" providerId="LiveId" clId="{EFD8A1B8-113E-4407-A34F-DB424C25378D}" dt="2025-10-27T08:39:46.615" v="1608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이 동익" userId="072dddf4b71c1549" providerId="LiveId" clId="{EFD8A1B8-113E-4407-A34F-DB424C25378D}" dt="2025-10-27T23:45:26.656" v="1911" actId="478"/>
          <ac:spMkLst>
            <pc:docMk/>
            <pc:sldMk cId="0" sldId="259"/>
            <ac:spMk id="25" creationId="{EA4270EB-44AF-BAFE-E95E-DF45EB71BFE6}"/>
          </ac:spMkLst>
        </pc:spChg>
        <pc:spChg chg="mod">
          <ac:chgData name="이 동익" userId="072dddf4b71c1549" providerId="LiveId" clId="{EFD8A1B8-113E-4407-A34F-DB424C25378D}" dt="2025-10-27T08:38:45.529" v="1581" actId="20577"/>
          <ac:spMkLst>
            <pc:docMk/>
            <pc:sldMk cId="0" sldId="259"/>
            <ac:spMk id="26" creationId="{00000000-0000-0000-0000-000000000000}"/>
          </ac:spMkLst>
        </pc:spChg>
        <pc:spChg chg="del">
          <ac:chgData name="이 동익" userId="072dddf4b71c1549" providerId="LiveId" clId="{EFD8A1B8-113E-4407-A34F-DB424C25378D}" dt="2025-10-27T23:45:23.672" v="1910" actId="478"/>
          <ac:spMkLst>
            <pc:docMk/>
            <pc:sldMk cId="0" sldId="259"/>
            <ac:spMk id="27" creationId="{7DC476E7-516C-89AA-85C6-03008F7CA430}"/>
          </ac:spMkLst>
        </pc:spChg>
        <pc:spChg chg="del mod topLvl">
          <ac:chgData name="이 동익" userId="072dddf4b71c1549" providerId="LiveId" clId="{EFD8A1B8-113E-4407-A34F-DB424C25378D}" dt="2025-10-27T23:45:22.682" v="1909" actId="478"/>
          <ac:spMkLst>
            <pc:docMk/>
            <pc:sldMk cId="0" sldId="259"/>
            <ac:spMk id="28" creationId="{D5C00DC9-0090-9907-7C83-F0EE25AA748F}"/>
          </ac:spMkLst>
        </pc:spChg>
        <pc:spChg chg="del mod topLvl">
          <ac:chgData name="이 동익" userId="072dddf4b71c1549" providerId="LiveId" clId="{EFD8A1B8-113E-4407-A34F-DB424C25378D}" dt="2025-10-27T23:45:16.314" v="1906" actId="478"/>
          <ac:spMkLst>
            <pc:docMk/>
            <pc:sldMk cId="0" sldId="259"/>
            <ac:spMk id="29" creationId="{A8038C28-66DF-DAEC-58CE-BA21A8860D2B}"/>
          </ac:spMkLst>
        </pc:spChg>
        <pc:spChg chg="del mod">
          <ac:chgData name="이 동익" userId="072dddf4b71c1549" providerId="LiveId" clId="{EFD8A1B8-113E-4407-A34F-DB424C25378D}" dt="2025-10-27T23:45:20.997" v="1908" actId="478"/>
          <ac:spMkLst>
            <pc:docMk/>
            <pc:sldMk cId="0" sldId="259"/>
            <ac:spMk id="30" creationId="{FFED825C-9155-E63A-3E6A-07E487FC3DDD}"/>
          </ac:spMkLst>
        </pc:spChg>
        <pc:spChg chg="mod">
          <ac:chgData name="이 동익" userId="072dddf4b71c1549" providerId="LiveId" clId="{EFD8A1B8-113E-4407-A34F-DB424C25378D}" dt="2025-10-27T23:44:22.264" v="1880" actId="1036"/>
          <ac:spMkLst>
            <pc:docMk/>
            <pc:sldMk cId="0" sldId="259"/>
            <ac:spMk id="31" creationId="{3410F13E-1E42-CC89-E363-2A31F46777B1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31" creationId="{C086B08C-6383-C45F-6B6F-FAE76BB482D3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32" creationId="{749CD2C9-85FF-4192-C419-09032F9FBD3B}"/>
          </ac:spMkLst>
        </pc:spChg>
        <pc:spChg chg="mod topLvl">
          <ac:chgData name="이 동익" userId="072dddf4b71c1549" providerId="LiveId" clId="{EFD8A1B8-113E-4407-A34F-DB424C25378D}" dt="2025-10-27T23:44:41.684" v="1888" actId="14100"/>
          <ac:spMkLst>
            <pc:docMk/>
            <pc:sldMk cId="0" sldId="259"/>
            <ac:spMk id="32" creationId="{84FDCA4B-416C-58D2-5ED2-E1BED7AFA27A}"/>
          </ac:spMkLst>
        </pc:spChg>
        <pc:spChg chg="add mod">
          <ac:chgData name="이 동익" userId="072dddf4b71c1549" providerId="LiveId" clId="{EFD8A1B8-113E-4407-A34F-DB424C25378D}" dt="2025-10-27T08:41:08.211" v="1643" actId="14100"/>
          <ac:spMkLst>
            <pc:docMk/>
            <pc:sldMk cId="0" sldId="259"/>
            <ac:spMk id="35" creationId="{59E9D1AC-001C-6F5A-68C1-52D8E84C5716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37" creationId="{566D79D0-88DA-CD99-FEC4-1B2163EDA71D}"/>
          </ac:spMkLst>
        </pc:spChg>
        <pc:spChg chg="add mod">
          <ac:chgData name="이 동익" userId="072dddf4b71c1549" providerId="LiveId" clId="{EFD8A1B8-113E-4407-A34F-DB424C25378D}" dt="2025-10-27T08:41:08.211" v="1643" actId="14100"/>
          <ac:spMkLst>
            <pc:docMk/>
            <pc:sldMk cId="0" sldId="259"/>
            <ac:spMk id="38" creationId="{A4D40C04-A307-0861-66CD-59378774D794}"/>
          </ac:spMkLst>
        </pc:spChg>
        <pc:spChg chg="add mod">
          <ac:chgData name="이 동익" userId="072dddf4b71c1549" providerId="LiveId" clId="{EFD8A1B8-113E-4407-A34F-DB424C25378D}" dt="2025-10-27T08:41:08.211" v="1643" actId="14100"/>
          <ac:spMkLst>
            <pc:docMk/>
            <pc:sldMk cId="0" sldId="259"/>
            <ac:spMk id="39" creationId="{A56EE2CE-122B-9BBD-BD39-1E06B6D9D8DC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40" creationId="{B9EBAAF7-39AD-0C92-A5B0-41CC7C56CA5C}"/>
          </ac:spMkLst>
        </pc:spChg>
        <pc:spChg chg="add mod">
          <ac:chgData name="이 동익" userId="072dddf4b71c1549" providerId="LiveId" clId="{EFD8A1B8-113E-4407-A34F-DB424C25378D}" dt="2025-10-27T08:41:08.211" v="1643" actId="14100"/>
          <ac:spMkLst>
            <pc:docMk/>
            <pc:sldMk cId="0" sldId="259"/>
            <ac:spMk id="41" creationId="{CF9DE8F6-8521-D661-61A9-AA8078EA0799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42" creationId="{982A9CE1-AC8C-54C4-CFAB-D69513E4C7A8}"/>
          </ac:spMkLst>
        </pc:spChg>
        <pc:spChg chg="add mod">
          <ac:chgData name="이 동익" userId="072dddf4b71c1549" providerId="LiveId" clId="{EFD8A1B8-113E-4407-A34F-DB424C25378D}" dt="2025-10-27T08:41:08.211" v="1643" actId="14100"/>
          <ac:spMkLst>
            <pc:docMk/>
            <pc:sldMk cId="0" sldId="259"/>
            <ac:spMk id="43" creationId="{6972C31D-1133-A803-722E-C8D1F5A566D5}"/>
          </ac:spMkLst>
        </pc:spChg>
        <pc:spChg chg="add mod">
          <ac:chgData name="이 동익" userId="072dddf4b71c1549" providerId="LiveId" clId="{EFD8A1B8-113E-4407-A34F-DB424C25378D}" dt="2025-10-27T08:41:08.211" v="1643" actId="14100"/>
          <ac:spMkLst>
            <pc:docMk/>
            <pc:sldMk cId="0" sldId="259"/>
            <ac:spMk id="44" creationId="{5E78312E-8984-75A4-573F-57447BEF842A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45" creationId="{B8C284B3-DA3F-F126-724E-DA7196A690B4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46" creationId="{A6BF3B42-90C3-0F82-9432-2529EE48E733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47" creationId="{6B98C29F-E165-86DA-34EF-A7BC972F67A0}"/>
          </ac:spMkLst>
        </pc:spChg>
        <pc:spChg chg="add mod">
          <ac:chgData name="이 동익" userId="072dddf4b71c1549" providerId="LiveId" clId="{EFD8A1B8-113E-4407-A34F-DB424C25378D}" dt="2025-10-27T08:41:08.211" v="1643" actId="14100"/>
          <ac:spMkLst>
            <pc:docMk/>
            <pc:sldMk cId="0" sldId="259"/>
            <ac:spMk id="50" creationId="{1FD07B78-9EDA-B7DA-2D93-BD0A9087A38F}"/>
          </ac:spMkLst>
        </pc:spChg>
        <pc:spChg chg="add mod">
          <ac:chgData name="이 동익" userId="072dddf4b71c1549" providerId="LiveId" clId="{EFD8A1B8-113E-4407-A34F-DB424C25378D}" dt="2025-10-27T08:41:08.211" v="1643" actId="14100"/>
          <ac:spMkLst>
            <pc:docMk/>
            <pc:sldMk cId="0" sldId="259"/>
            <ac:spMk id="52" creationId="{B926D25A-0C00-E9AF-C719-2077D4380BB9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54" creationId="{3574906B-61D0-69D3-9D46-B911E48B1BEF}"/>
          </ac:spMkLst>
        </pc:spChg>
        <pc:spChg chg="add del mod">
          <ac:chgData name="이 동익" userId="072dddf4b71c1549" providerId="LiveId" clId="{EFD8A1B8-113E-4407-A34F-DB424C25378D}" dt="2025-10-27T08:41:09.431" v="1644" actId="478"/>
          <ac:spMkLst>
            <pc:docMk/>
            <pc:sldMk cId="0" sldId="259"/>
            <ac:spMk id="55" creationId="{50F0E43D-DB6D-B5D5-0D8C-9127BBC2F7BE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62" creationId="{77380CBF-CB1F-386B-A1B5-03C5900AF5C8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67" creationId="{45C2BD4A-C094-2A87-8ECC-219933901A38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70" creationId="{04159005-38CB-6CC6-23EE-AFCC9171A81D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74" creationId="{F317C510-B6B7-E136-C396-D75752E352A5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75" creationId="{7546A565-290E-FA4D-AFD0-8D642CEA8913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76" creationId="{5ED5EA33-D518-2F00-D4E6-A452708BB930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81" creationId="{983210C6-BFF0-58A7-4E93-D0131D71AF52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82" creationId="{05E2B0D2-F58F-AB77-95B4-75F22200ECC9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85" creationId="{D90F9296-8DF4-0A5C-E2E0-668DFA38BA63}"/>
          </ac:spMkLst>
        </pc:spChg>
        <pc:spChg chg="add mod">
          <ac:chgData name="이 동익" userId="072dddf4b71c1549" providerId="LiveId" clId="{EFD8A1B8-113E-4407-A34F-DB424C25378D}" dt="2025-10-27T08:41:26.245" v="1646" actId="164"/>
          <ac:spMkLst>
            <pc:docMk/>
            <pc:sldMk cId="0" sldId="259"/>
            <ac:spMk id="87" creationId="{774C962E-9655-AFCE-92D6-DD9B7C3FA717}"/>
          </ac:spMkLst>
        </pc:spChg>
        <pc:grpChg chg="mod">
          <ac:chgData name="이 동익" userId="072dddf4b71c1549" providerId="LiveId" clId="{EFD8A1B8-113E-4407-A34F-DB424C25378D}" dt="2025-10-27T23:33:10.044" v="1667" actId="1038"/>
          <ac:grpSpMkLst>
            <pc:docMk/>
            <pc:sldMk cId="0" sldId="259"/>
            <ac:grpSpMk id="3" creationId="{6C851DB7-9864-FDD6-D7A2-CEDA923973F2}"/>
          </ac:grpSpMkLst>
        </pc:grpChg>
        <pc:grpChg chg="del mod">
          <ac:chgData name="이 동익" userId="072dddf4b71c1549" providerId="LiveId" clId="{EFD8A1B8-113E-4407-A34F-DB424C25378D}" dt="2025-10-27T08:42:01.004" v="1653" actId="478"/>
          <ac:grpSpMkLst>
            <pc:docMk/>
            <pc:sldMk cId="0" sldId="259"/>
            <ac:grpSpMk id="88" creationId="{D38C4468-45A9-DD7D-ACC1-D63797F14CC7}"/>
          </ac:grpSpMkLst>
        </pc:grpChg>
        <pc:graphicFrameChg chg="add del">
          <ac:chgData name="이 동익" userId="072dddf4b71c1549" providerId="LiveId" clId="{EFD8A1B8-113E-4407-A34F-DB424C25378D}" dt="2025-10-27T23:37:39.225" v="1693" actId="3680"/>
          <ac:graphicFrameMkLst>
            <pc:docMk/>
            <pc:sldMk cId="0" sldId="259"/>
            <ac:graphicFrameMk id="33" creationId="{44CB8941-25F9-3CA1-0B9F-607BA724DAFB}"/>
          </ac:graphicFrameMkLst>
        </pc:graphicFrameChg>
        <pc:graphicFrameChg chg="add mod modGraphic">
          <ac:chgData name="이 동익" userId="072dddf4b71c1549" providerId="LiveId" clId="{EFD8A1B8-113E-4407-A34F-DB424C25378D}" dt="2025-10-28T00:35:58.647" v="2185" actId="20577"/>
          <ac:graphicFrameMkLst>
            <pc:docMk/>
            <pc:sldMk cId="0" sldId="259"/>
            <ac:graphicFrameMk id="34" creationId="{54C735B2-B7C6-C0AF-B76D-F8EC90E5787C}"/>
          </ac:graphicFrameMkLst>
        </pc:graphicFrameChg>
        <pc:picChg chg="del">
          <ac:chgData name="이 동익" userId="072dddf4b71c1549" providerId="LiveId" clId="{EFD8A1B8-113E-4407-A34F-DB424C25378D}" dt="2025-10-27T08:39:21.497" v="1590" actId="478"/>
          <ac:picMkLst>
            <pc:docMk/>
            <pc:sldMk cId="0" sldId="259"/>
            <ac:picMk id="3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21.069" v="1589" actId="478"/>
          <ac:picMkLst>
            <pc:docMk/>
            <pc:sldMk cId="0" sldId="259"/>
            <ac:picMk id="4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28.875" v="1593" actId="478"/>
          <ac:picMkLst>
            <pc:docMk/>
            <pc:sldMk cId="0" sldId="259"/>
            <ac:picMk id="5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28.110" v="1592" actId="478"/>
          <ac:picMkLst>
            <pc:docMk/>
            <pc:sldMk cId="0" sldId="259"/>
            <ac:picMk id="6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29.629" v="1594" actId="478"/>
          <ac:picMkLst>
            <pc:docMk/>
            <pc:sldMk cId="0" sldId="259"/>
            <ac:picMk id="7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30.126" v="1595" actId="478"/>
          <ac:picMkLst>
            <pc:docMk/>
            <pc:sldMk cId="0" sldId="259"/>
            <ac:picMk id="8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20.613" v="1588" actId="478"/>
          <ac:picMkLst>
            <pc:docMk/>
            <pc:sldMk cId="0" sldId="259"/>
            <ac:picMk id="9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20.150" v="1587" actId="478"/>
          <ac:picMkLst>
            <pc:docMk/>
            <pc:sldMk cId="0" sldId="259"/>
            <ac:picMk id="10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8:36.504" v="1560" actId="478"/>
          <ac:picMkLst>
            <pc:docMk/>
            <pc:sldMk cId="0" sldId="259"/>
            <ac:picMk id="11" creationId="{00000000-0000-0000-0000-000000000000}"/>
          </ac:picMkLst>
        </pc:picChg>
        <pc:picChg chg="del mod">
          <ac:chgData name="이 동익" userId="072dddf4b71c1549" providerId="LiveId" clId="{EFD8A1B8-113E-4407-A34F-DB424C25378D}" dt="2025-10-27T08:39:33.149" v="1600" actId="478"/>
          <ac:picMkLst>
            <pc:docMk/>
            <pc:sldMk cId="0" sldId="259"/>
            <ac:picMk id="12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32.090" v="1597" actId="478"/>
          <ac:picMkLst>
            <pc:docMk/>
            <pc:sldMk cId="0" sldId="259"/>
            <ac:picMk id="13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31.520" v="1596" actId="478"/>
          <ac:picMkLst>
            <pc:docMk/>
            <pc:sldMk cId="0" sldId="259"/>
            <ac:picMk id="14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32.580" v="1598" actId="478"/>
          <ac:picMkLst>
            <pc:docMk/>
            <pc:sldMk cId="0" sldId="259"/>
            <ac:picMk id="15" creationId="{00000000-0000-0000-0000-000000000000}"/>
          </ac:picMkLst>
        </pc:picChg>
        <pc:picChg chg="del">
          <ac:chgData name="이 동익" userId="072dddf4b71c1549" providerId="LiveId" clId="{EFD8A1B8-113E-4407-A34F-DB424C25378D}" dt="2025-10-27T08:39:19.398" v="1586" actId="478"/>
          <ac:picMkLst>
            <pc:docMk/>
            <pc:sldMk cId="0" sldId="259"/>
            <ac:picMk id="16" creationId="{00000000-0000-0000-0000-000000000000}"/>
          </ac:picMkLst>
        </pc:picChg>
        <pc:picChg chg="add mod">
          <ac:chgData name="이 동익" userId="072dddf4b71c1549" providerId="LiveId" clId="{EFD8A1B8-113E-4407-A34F-DB424C25378D}" dt="2025-10-27T08:39:12.078" v="1583" actId="571"/>
          <ac:picMkLst>
            <pc:docMk/>
            <pc:sldMk cId="0" sldId="259"/>
            <ac:picMk id="27" creationId="{A5EA8691-BDAD-B95E-A023-62D2ED732DC2}"/>
          </ac:picMkLst>
        </pc:picChg>
        <pc:picChg chg="add mod">
          <ac:chgData name="이 동익" userId="072dddf4b71c1549" providerId="LiveId" clId="{EFD8A1B8-113E-4407-A34F-DB424C25378D}" dt="2025-10-27T08:39:12.078" v="1583" actId="571"/>
          <ac:picMkLst>
            <pc:docMk/>
            <pc:sldMk cId="0" sldId="259"/>
            <ac:picMk id="28" creationId="{542DFA64-528C-0578-70AD-289BCC253DB6}"/>
          </ac:picMkLst>
        </pc:picChg>
        <pc:picChg chg="add del mod">
          <ac:chgData name="이 동익" userId="072dddf4b71c1549" providerId="LiveId" clId="{EFD8A1B8-113E-4407-A34F-DB424C25378D}" dt="2025-10-27T08:39:18.678" v="1585" actId="478"/>
          <ac:picMkLst>
            <pc:docMk/>
            <pc:sldMk cId="0" sldId="259"/>
            <ac:picMk id="29" creationId="{7BE45537-8FB4-8A60-535B-FECF022AD83B}"/>
          </ac:picMkLst>
        </pc:picChg>
      </pc:sldChg>
      <pc:sldChg chg="addSp delSp modSp mod">
        <pc:chgData name="이 동익" userId="072dddf4b71c1549" providerId="LiveId" clId="{EFD8A1B8-113E-4407-A34F-DB424C25378D}" dt="2025-10-28T07:09:56.235" v="2632" actId="478"/>
        <pc:sldMkLst>
          <pc:docMk/>
          <pc:sldMk cId="0" sldId="260"/>
        </pc:sldMkLst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5" creationId="{51953A40-A510-FE93-FE88-097EECC10118}"/>
          </ac:spMkLst>
        </pc:spChg>
        <pc:spChg chg="del">
          <ac:chgData name="이 동익" userId="072dddf4b71c1549" providerId="LiveId" clId="{EFD8A1B8-113E-4407-A34F-DB424C25378D}" dt="2025-10-28T00:04:26.802" v="2085" actId="478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이 동익" userId="072dddf4b71c1549" providerId="LiveId" clId="{EFD8A1B8-113E-4407-A34F-DB424C25378D}" dt="2025-10-28T00:04:31.863" v="2087" actId="478"/>
          <ac:spMkLst>
            <pc:docMk/>
            <pc:sldMk cId="0" sldId="260"/>
            <ac:spMk id="18" creationId="{00000000-0000-0000-0000-000000000000}"/>
          </ac:spMkLst>
        </pc:spChg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18" creationId="{A87B317E-81EC-C7CA-5D03-673FF8A2EDEF}"/>
          </ac:spMkLst>
        </pc:spChg>
        <pc:spChg chg="del">
          <ac:chgData name="이 동익" userId="072dddf4b71c1549" providerId="LiveId" clId="{EFD8A1B8-113E-4407-A34F-DB424C25378D}" dt="2025-10-28T00:05:00.747" v="2096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이 동익" userId="072dddf4b71c1549" providerId="LiveId" clId="{EFD8A1B8-113E-4407-A34F-DB424C25378D}" dt="2025-10-28T00:04:41.753" v="2093" actId="478"/>
          <ac:spMkLst>
            <pc:docMk/>
            <pc:sldMk cId="0" sldId="260"/>
            <ac:spMk id="20" creationId="{00000000-0000-0000-0000-000000000000}"/>
          </ac:spMkLst>
        </pc:spChg>
        <pc:spChg chg="add del">
          <ac:chgData name="이 동익" userId="072dddf4b71c1549" providerId="LiveId" clId="{EFD8A1B8-113E-4407-A34F-DB424C25378D}" dt="2025-10-28T00:05:14.689" v="2097" actId="478"/>
          <ac:spMkLst>
            <pc:docMk/>
            <pc:sldMk cId="0" sldId="260"/>
            <ac:spMk id="21" creationId="{00000000-0000-0000-0000-000000000000}"/>
          </ac:spMkLst>
        </pc:spChg>
        <pc:spChg chg="add del">
          <ac:chgData name="이 동익" userId="072dddf4b71c1549" providerId="LiveId" clId="{EFD8A1B8-113E-4407-A34F-DB424C25378D}" dt="2025-10-28T00:05:14.689" v="2097" actId="478"/>
          <ac:spMkLst>
            <pc:docMk/>
            <pc:sldMk cId="0" sldId="260"/>
            <ac:spMk id="22" creationId="{00000000-0000-0000-0000-000000000000}"/>
          </ac:spMkLst>
        </pc:spChg>
        <pc:spChg chg="add del">
          <ac:chgData name="이 동익" userId="072dddf4b71c1549" providerId="LiveId" clId="{EFD8A1B8-113E-4407-A34F-DB424C25378D}" dt="2025-10-28T00:05:14.689" v="2097" actId="478"/>
          <ac:spMkLst>
            <pc:docMk/>
            <pc:sldMk cId="0" sldId="260"/>
            <ac:spMk id="23" creationId="{00000000-0000-0000-0000-000000000000}"/>
          </ac:spMkLst>
        </pc:spChg>
        <pc:spChg chg="add del">
          <ac:chgData name="이 동익" userId="072dddf4b71c1549" providerId="LiveId" clId="{EFD8A1B8-113E-4407-A34F-DB424C25378D}" dt="2025-10-28T00:05:14.689" v="2097" actId="47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이 동익" userId="072dddf4b71c1549" providerId="LiveId" clId="{EFD8A1B8-113E-4407-A34F-DB424C25378D}" dt="2025-10-28T00:00:51.914" v="2047" actId="20577"/>
          <ac:spMkLst>
            <pc:docMk/>
            <pc:sldMk cId="0" sldId="260"/>
            <ac:spMk id="25" creationId="{00000000-0000-0000-0000-000000000000}"/>
          </ac:spMkLst>
        </pc:spChg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34" creationId="{ACD988DC-A317-261E-8675-21B98D4D9042}"/>
          </ac:spMkLst>
        </pc:spChg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41" creationId="{FCC4A01A-042C-D930-D8C0-849927EF924E}"/>
          </ac:spMkLst>
        </pc:spChg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43" creationId="{DC47713C-A769-BB18-A8AC-5F4E309F614C}"/>
          </ac:spMkLst>
        </pc:spChg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46" creationId="{DA38EF0A-7E88-072A-DC5D-E9EA9DF1F4AE}"/>
          </ac:spMkLst>
        </pc:spChg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48" creationId="{E51C6526-A1EC-86A9-70B6-4F9BA3C364FD}"/>
          </ac:spMkLst>
        </pc:spChg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50" creationId="{A89A8244-2BC0-74DD-B3A2-4833DDF8C883}"/>
          </ac:spMkLst>
        </pc:spChg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64" creationId="{D5A12CDD-62C8-6BA2-1FCE-5A7CC10AAEE4}"/>
          </ac:spMkLst>
        </pc:spChg>
        <pc:spChg chg="add mod">
          <ac:chgData name="이 동익" userId="072dddf4b71c1549" providerId="LiveId" clId="{EFD8A1B8-113E-4407-A34F-DB424C25378D}" dt="2025-10-28T00:48:41.738" v="2186"/>
          <ac:spMkLst>
            <pc:docMk/>
            <pc:sldMk cId="0" sldId="260"/>
            <ac:spMk id="67" creationId="{3116AF68-128F-923E-7C89-357690FA2AAE}"/>
          </ac:spMkLst>
        </pc:spChg>
        <pc:spChg chg="del mod">
          <ac:chgData name="이 동익" userId="072dddf4b71c1549" providerId="LiveId" clId="{EFD8A1B8-113E-4407-A34F-DB424C25378D}" dt="2025-10-28T00:49:52.028" v="2216" actId="478"/>
          <ac:spMkLst>
            <pc:docMk/>
            <pc:sldMk cId="0" sldId="260"/>
            <ac:spMk id="85" creationId="{7A155BE8-A93C-0C40-9D8F-B261FF9BDC21}"/>
          </ac:spMkLst>
        </pc:spChg>
        <pc:spChg chg="del">
          <ac:chgData name="이 동익" userId="072dddf4b71c1549" providerId="LiveId" clId="{EFD8A1B8-113E-4407-A34F-DB424C25378D}" dt="2025-10-28T00:49:53.105" v="2217" actId="478"/>
          <ac:spMkLst>
            <pc:docMk/>
            <pc:sldMk cId="0" sldId="260"/>
            <ac:spMk id="86" creationId="{4EA6AB2E-A966-2E2E-1FE2-6EFD53F4562D}"/>
          </ac:spMkLst>
        </pc:spChg>
        <pc:spChg chg="mod">
          <ac:chgData name="이 동익" userId="072dddf4b71c1549" providerId="LiveId" clId="{EFD8A1B8-113E-4407-A34F-DB424C25378D}" dt="2025-10-28T00:49:49.427" v="2214" actId="6549"/>
          <ac:spMkLst>
            <pc:docMk/>
            <pc:sldMk cId="0" sldId="260"/>
            <ac:spMk id="87" creationId="{DA88FA6A-4D08-3709-D026-9A21203E9516}"/>
          </ac:spMkLst>
        </pc:spChg>
        <pc:spChg chg="del mod">
          <ac:chgData name="이 동익" userId="072dddf4b71c1549" providerId="LiveId" clId="{EFD8A1B8-113E-4407-A34F-DB424C25378D}" dt="2025-10-28T01:05:21.403" v="2335" actId="478"/>
          <ac:spMkLst>
            <pc:docMk/>
            <pc:sldMk cId="0" sldId="260"/>
            <ac:spMk id="88" creationId="{FA1B49F2-3AC2-A994-4079-5EB1EC2C8796}"/>
          </ac:spMkLst>
        </pc:spChg>
        <pc:spChg chg="del">
          <ac:chgData name="이 동익" userId="072dddf4b71c1549" providerId="LiveId" clId="{EFD8A1B8-113E-4407-A34F-DB424C25378D}" dt="2025-10-28T00:49:30.361" v="2194" actId="478"/>
          <ac:spMkLst>
            <pc:docMk/>
            <pc:sldMk cId="0" sldId="260"/>
            <ac:spMk id="89" creationId="{E42CA1A2-A3E0-E1E5-BEA6-FDA5348FEB46}"/>
          </ac:spMkLst>
        </pc:spChg>
        <pc:spChg chg="del mod">
          <ac:chgData name="이 동익" userId="072dddf4b71c1549" providerId="LiveId" clId="{EFD8A1B8-113E-4407-A34F-DB424C25378D}" dt="2025-10-28T00:49:26.458" v="2193" actId="478"/>
          <ac:spMkLst>
            <pc:docMk/>
            <pc:sldMk cId="0" sldId="260"/>
            <ac:spMk id="90" creationId="{9F4A49D6-14A0-4AFA-353B-863BB8358E2F}"/>
          </ac:spMkLst>
        </pc:spChg>
        <pc:spChg chg="mod">
          <ac:chgData name="이 동익" userId="072dddf4b71c1549" providerId="LiveId" clId="{EFD8A1B8-113E-4407-A34F-DB424C25378D}" dt="2025-10-28T01:04:33.657" v="2326" actId="208"/>
          <ac:spMkLst>
            <pc:docMk/>
            <pc:sldMk cId="0" sldId="260"/>
            <ac:spMk id="91" creationId="{87013FE3-DDD1-20CF-BDD3-DBA951198A92}"/>
          </ac:spMkLst>
        </pc:spChg>
        <pc:spChg chg="add del mod">
          <ac:chgData name="이 동익" userId="072dddf4b71c1549" providerId="LiveId" clId="{EFD8A1B8-113E-4407-A34F-DB424C25378D}" dt="2025-10-28T01:01:49.169" v="2316" actId="478"/>
          <ac:spMkLst>
            <pc:docMk/>
            <pc:sldMk cId="0" sldId="260"/>
            <ac:spMk id="92" creationId="{B262B948-D898-2356-DCF3-B6E8696CD8ED}"/>
          </ac:spMkLst>
        </pc:spChg>
        <pc:spChg chg="del mod">
          <ac:chgData name="이 동익" userId="072dddf4b71c1549" providerId="LiveId" clId="{EFD8A1B8-113E-4407-A34F-DB424C25378D}" dt="2025-10-28T01:00:37.548" v="2270" actId="478"/>
          <ac:spMkLst>
            <pc:docMk/>
            <pc:sldMk cId="0" sldId="260"/>
            <ac:spMk id="93" creationId="{97A39AA6-C113-C406-919A-3B27DA305F13}"/>
          </ac:spMkLst>
        </pc:spChg>
        <pc:spChg chg="del">
          <ac:chgData name="이 동익" userId="072dddf4b71c1549" providerId="LiveId" clId="{EFD8A1B8-113E-4407-A34F-DB424C25378D}" dt="2025-10-28T01:01:59.918" v="2317" actId="478"/>
          <ac:spMkLst>
            <pc:docMk/>
            <pc:sldMk cId="0" sldId="260"/>
            <ac:spMk id="94" creationId="{0F7AE927-AF62-AC9E-1D86-FE3F68D5D3C5}"/>
          </ac:spMkLst>
        </pc:spChg>
        <pc:spChg chg="del mod">
          <ac:chgData name="이 동익" userId="072dddf4b71c1549" providerId="LiveId" clId="{EFD8A1B8-113E-4407-A34F-DB424C25378D}" dt="2025-10-28T01:00:36.793" v="2269" actId="478"/>
          <ac:spMkLst>
            <pc:docMk/>
            <pc:sldMk cId="0" sldId="260"/>
            <ac:spMk id="95" creationId="{5F027D56-EB7C-9BDD-E09A-0A81E1B01996}"/>
          </ac:spMkLst>
        </pc:spChg>
        <pc:spChg chg="del">
          <ac:chgData name="이 동익" userId="072dddf4b71c1549" providerId="LiveId" clId="{EFD8A1B8-113E-4407-A34F-DB424C25378D}" dt="2025-10-28T01:01:59.918" v="2317" actId="478"/>
          <ac:spMkLst>
            <pc:docMk/>
            <pc:sldMk cId="0" sldId="260"/>
            <ac:spMk id="96" creationId="{A7F87E2E-778B-3FC3-95AF-B995B13F8C78}"/>
          </ac:spMkLst>
        </pc:spChg>
        <pc:spChg chg="del mod">
          <ac:chgData name="이 동익" userId="072dddf4b71c1549" providerId="LiveId" clId="{EFD8A1B8-113E-4407-A34F-DB424C25378D}" dt="2025-10-28T07:09:56.235" v="2632" actId="478"/>
          <ac:spMkLst>
            <pc:docMk/>
            <pc:sldMk cId="0" sldId="260"/>
            <ac:spMk id="97" creationId="{B2A4017A-B481-19A0-CD2C-851CFB596CF7}"/>
          </ac:spMkLst>
        </pc:spChg>
        <pc:spChg chg="mod">
          <ac:chgData name="이 동익" userId="072dddf4b71c1549" providerId="LiveId" clId="{EFD8A1B8-113E-4407-A34F-DB424C25378D}" dt="2025-10-28T01:12:13.981" v="2398" actId="1076"/>
          <ac:spMkLst>
            <pc:docMk/>
            <pc:sldMk cId="0" sldId="260"/>
            <ac:spMk id="98" creationId="{8F5DD4A7-BB66-71E2-E385-3E5B310FF5E6}"/>
          </ac:spMkLst>
        </pc:spChg>
        <pc:spChg chg="del mod">
          <ac:chgData name="이 동익" userId="072dddf4b71c1549" providerId="LiveId" clId="{EFD8A1B8-113E-4407-A34F-DB424C25378D}" dt="2025-10-28T01:12:38.693" v="2403" actId="478"/>
          <ac:spMkLst>
            <pc:docMk/>
            <pc:sldMk cId="0" sldId="260"/>
            <ac:spMk id="99" creationId="{31A89AC2-DAC6-37E4-793C-7BE78BE70137}"/>
          </ac:spMkLst>
        </pc:spChg>
        <pc:spChg chg="del mod">
          <ac:chgData name="이 동익" userId="072dddf4b71c1549" providerId="LiveId" clId="{EFD8A1B8-113E-4407-A34F-DB424C25378D}" dt="2025-10-28T01:12:25.888" v="2401" actId="478"/>
          <ac:spMkLst>
            <pc:docMk/>
            <pc:sldMk cId="0" sldId="260"/>
            <ac:spMk id="100" creationId="{3FC20B12-19D7-1077-3F36-7D340342B88E}"/>
          </ac:spMkLst>
        </pc:spChg>
        <pc:spChg chg="mod">
          <ac:chgData name="이 동익" userId="072dddf4b71c1549" providerId="LiveId" clId="{EFD8A1B8-113E-4407-A34F-DB424C25378D}" dt="2025-10-28T01:13:10.136" v="2413" actId="1076"/>
          <ac:spMkLst>
            <pc:docMk/>
            <pc:sldMk cId="0" sldId="260"/>
            <ac:spMk id="101" creationId="{C42204E3-EE28-81F0-6824-551FD62BCAB2}"/>
          </ac:spMkLst>
        </pc:spChg>
        <pc:spChg chg="del">
          <ac:chgData name="이 동익" userId="072dddf4b71c1549" providerId="LiveId" clId="{EFD8A1B8-113E-4407-A34F-DB424C25378D}" dt="2025-10-28T01:12:28.935" v="2402" actId="478"/>
          <ac:spMkLst>
            <pc:docMk/>
            <pc:sldMk cId="0" sldId="260"/>
            <ac:spMk id="102" creationId="{B5311CCC-025C-728B-1BB1-5D20A9FB221A}"/>
          </ac:spMkLst>
        </pc:spChg>
        <pc:spChg chg="del mod">
          <ac:chgData name="이 동익" userId="072dddf4b71c1549" providerId="LiveId" clId="{EFD8A1B8-113E-4407-A34F-DB424C25378D}" dt="2025-10-28T01:13:23.047" v="2414" actId="478"/>
          <ac:spMkLst>
            <pc:docMk/>
            <pc:sldMk cId="0" sldId="260"/>
            <ac:spMk id="103" creationId="{CA145050-CD4E-1B2C-1579-8B02E8FF4497}"/>
          </ac:spMkLst>
        </pc:spChg>
        <pc:spChg chg="add del">
          <ac:chgData name="이 동익" userId="072dddf4b71c1549" providerId="LiveId" clId="{EFD8A1B8-113E-4407-A34F-DB424C25378D}" dt="2025-10-28T01:15:27.097" v="2423" actId="478"/>
          <ac:spMkLst>
            <pc:docMk/>
            <pc:sldMk cId="0" sldId="260"/>
            <ac:spMk id="104" creationId="{D1B0A89D-7296-090E-0EB5-CEBC472842F0}"/>
          </ac:spMkLst>
        </pc:spChg>
        <pc:spChg chg="add del mod">
          <ac:chgData name="이 동익" userId="072dddf4b71c1549" providerId="LiveId" clId="{EFD8A1B8-113E-4407-A34F-DB424C25378D}" dt="2025-10-28T01:13:23.047" v="2414" actId="478"/>
          <ac:spMkLst>
            <pc:docMk/>
            <pc:sldMk cId="0" sldId="260"/>
            <ac:spMk id="105" creationId="{6A99CD70-8CD1-A1C6-CB02-B0822D2AE23D}"/>
          </ac:spMkLst>
        </pc:spChg>
        <pc:spChg chg="add del">
          <ac:chgData name="이 동익" userId="072dddf4b71c1549" providerId="LiveId" clId="{EFD8A1B8-113E-4407-A34F-DB424C25378D}" dt="2025-10-28T01:15:27.097" v="2423" actId="478"/>
          <ac:spMkLst>
            <pc:docMk/>
            <pc:sldMk cId="0" sldId="260"/>
            <ac:spMk id="106" creationId="{1E10329A-9818-94B6-7813-38A83800306E}"/>
          </ac:spMkLst>
        </pc:spChg>
        <pc:spChg chg="del mod">
          <ac:chgData name="이 동익" userId="072dddf4b71c1549" providerId="LiveId" clId="{EFD8A1B8-113E-4407-A34F-DB424C25378D}" dt="2025-10-28T01:08:02.395" v="2359" actId="478"/>
          <ac:spMkLst>
            <pc:docMk/>
            <pc:sldMk cId="0" sldId="260"/>
            <ac:spMk id="107" creationId="{06FAC739-34B9-68AB-1493-8B413CDCD53B}"/>
          </ac:spMkLst>
        </pc:spChg>
        <pc:spChg chg="del">
          <ac:chgData name="이 동익" userId="072dddf4b71c1549" providerId="LiveId" clId="{EFD8A1B8-113E-4407-A34F-DB424C25378D}" dt="2025-10-28T01:08:21.822" v="2363" actId="478"/>
          <ac:spMkLst>
            <pc:docMk/>
            <pc:sldMk cId="0" sldId="260"/>
            <ac:spMk id="108" creationId="{026DD734-40F2-9C46-D550-E8883A32B930}"/>
          </ac:spMkLst>
        </pc:spChg>
        <pc:spChg chg="del mod">
          <ac:chgData name="이 동익" userId="072dddf4b71c1549" providerId="LiveId" clId="{EFD8A1B8-113E-4407-A34F-DB424C25378D}" dt="2025-10-28T01:08:21.822" v="2363" actId="478"/>
          <ac:spMkLst>
            <pc:docMk/>
            <pc:sldMk cId="0" sldId="260"/>
            <ac:spMk id="109" creationId="{AAF61271-4425-58AD-9A2A-109A743A8699}"/>
          </ac:spMkLst>
        </pc:spChg>
        <pc:spChg chg="del mod">
          <ac:chgData name="이 동익" userId="072dddf4b71c1549" providerId="LiveId" clId="{EFD8A1B8-113E-4407-A34F-DB424C25378D}" dt="2025-10-28T01:08:03.752" v="2361" actId="478"/>
          <ac:spMkLst>
            <pc:docMk/>
            <pc:sldMk cId="0" sldId="260"/>
            <ac:spMk id="110" creationId="{44BF9D79-F31D-3E24-2922-A9C3A02FAD20}"/>
          </ac:spMkLst>
        </pc:spChg>
        <pc:spChg chg="del mod">
          <ac:chgData name="이 동익" userId="072dddf4b71c1549" providerId="LiveId" clId="{EFD8A1B8-113E-4407-A34F-DB424C25378D}" dt="2025-10-28T01:08:41.996" v="2365" actId="478"/>
          <ac:spMkLst>
            <pc:docMk/>
            <pc:sldMk cId="0" sldId="260"/>
            <ac:spMk id="111" creationId="{F0EA7E09-3A39-C4E5-E224-CD5720397C21}"/>
          </ac:spMkLst>
        </pc:spChg>
        <pc:spChg chg="mod">
          <ac:chgData name="이 동익" userId="072dddf4b71c1549" providerId="LiveId" clId="{EFD8A1B8-113E-4407-A34F-DB424C25378D}" dt="2025-10-28T01:16:36.761" v="2445" actId="20577"/>
          <ac:spMkLst>
            <pc:docMk/>
            <pc:sldMk cId="0" sldId="260"/>
            <ac:spMk id="112" creationId="{AB9B1602-5B66-38C0-90A8-D16D50FD0C61}"/>
          </ac:spMkLst>
        </pc:spChg>
        <pc:spChg chg="del">
          <ac:chgData name="이 동익" userId="072dddf4b71c1549" providerId="LiveId" clId="{EFD8A1B8-113E-4407-A34F-DB424C25378D}" dt="2025-10-28T01:14:42.068" v="2415" actId="478"/>
          <ac:spMkLst>
            <pc:docMk/>
            <pc:sldMk cId="0" sldId="260"/>
            <ac:spMk id="113" creationId="{8F1AFE5D-893E-C116-4172-255941893C26}"/>
          </ac:spMkLst>
        </pc:spChg>
        <pc:spChg chg="mod">
          <ac:chgData name="이 동익" userId="072dddf4b71c1549" providerId="LiveId" clId="{EFD8A1B8-113E-4407-A34F-DB424C25378D}" dt="2025-10-28T01:19:02.461" v="2541" actId="1036"/>
          <ac:spMkLst>
            <pc:docMk/>
            <pc:sldMk cId="0" sldId="260"/>
            <ac:spMk id="114" creationId="{DBDA3AA9-012B-997C-05B4-CCF61010248C}"/>
          </ac:spMkLst>
        </pc:spChg>
        <pc:spChg chg="mod">
          <ac:chgData name="이 동익" userId="072dddf4b71c1549" providerId="LiveId" clId="{EFD8A1B8-113E-4407-A34F-DB424C25378D}" dt="2025-10-28T01:20:27.394" v="2631" actId="1076"/>
          <ac:spMkLst>
            <pc:docMk/>
            <pc:sldMk cId="0" sldId="260"/>
            <ac:spMk id="115" creationId="{2E4DB6B1-A017-D4CE-5D0D-7AB77912F5E5}"/>
          </ac:spMkLst>
        </pc:spChg>
        <pc:spChg chg="del">
          <ac:chgData name="이 동익" userId="072dddf4b71c1549" providerId="LiveId" clId="{EFD8A1B8-113E-4407-A34F-DB424C25378D}" dt="2025-10-28T01:17:21.792" v="2517" actId="478"/>
          <ac:spMkLst>
            <pc:docMk/>
            <pc:sldMk cId="0" sldId="260"/>
            <ac:spMk id="116" creationId="{680A7D53-10B4-2AEE-5AF4-9C7A2E067FD2}"/>
          </ac:spMkLst>
        </pc:spChg>
        <pc:spChg chg="del mod">
          <ac:chgData name="이 동익" userId="072dddf4b71c1549" providerId="LiveId" clId="{EFD8A1B8-113E-4407-A34F-DB424C25378D}" dt="2025-10-28T01:17:19.290" v="2516" actId="478"/>
          <ac:spMkLst>
            <pc:docMk/>
            <pc:sldMk cId="0" sldId="260"/>
            <ac:spMk id="117" creationId="{24EC6333-7E80-4754-40CD-F071B25CF95D}"/>
          </ac:spMkLst>
        </pc:spChg>
        <pc:spChg chg="mod">
          <ac:chgData name="이 동익" userId="072dddf4b71c1549" providerId="LiveId" clId="{EFD8A1B8-113E-4407-A34F-DB424C25378D}" dt="2025-10-28T01:19:54.504" v="2629" actId="20577"/>
          <ac:spMkLst>
            <pc:docMk/>
            <pc:sldMk cId="0" sldId="260"/>
            <ac:spMk id="118" creationId="{AD149A6F-726C-0C0C-994E-3B7F320F0969}"/>
          </ac:spMkLst>
        </pc:spChg>
        <pc:spChg chg="del mod">
          <ac:chgData name="이 동익" userId="072dddf4b71c1549" providerId="LiveId" clId="{EFD8A1B8-113E-4407-A34F-DB424C25378D}" dt="2025-10-28T01:17:29.976" v="2521" actId="478"/>
          <ac:spMkLst>
            <pc:docMk/>
            <pc:sldMk cId="0" sldId="260"/>
            <ac:spMk id="119" creationId="{9D6836AE-3D54-3EF4-C4A0-90485A2CF5DD}"/>
          </ac:spMkLst>
        </pc:spChg>
        <pc:spChg chg="del mod">
          <ac:chgData name="이 동익" userId="072dddf4b71c1549" providerId="LiveId" clId="{EFD8A1B8-113E-4407-A34F-DB424C25378D}" dt="2025-10-28T01:17:28.230" v="2520" actId="478"/>
          <ac:spMkLst>
            <pc:docMk/>
            <pc:sldMk cId="0" sldId="260"/>
            <ac:spMk id="120" creationId="{68B1BD05-2C1E-FF8F-880B-08D50626C1B8}"/>
          </ac:spMkLst>
        </pc:spChg>
        <pc:spChg chg="mod">
          <ac:chgData name="이 동익" userId="072dddf4b71c1549" providerId="LiveId" clId="{EFD8A1B8-113E-4407-A34F-DB424C25378D}" dt="2025-10-28T01:19:02.461" v="2541" actId="1036"/>
          <ac:spMkLst>
            <pc:docMk/>
            <pc:sldMk cId="0" sldId="260"/>
            <ac:spMk id="121" creationId="{775D3C61-3CBF-F33C-FD6D-9A4E21D9F3F1}"/>
          </ac:spMkLst>
        </pc:spChg>
        <pc:spChg chg="del mod">
          <ac:chgData name="이 동익" userId="072dddf4b71c1549" providerId="LiveId" clId="{EFD8A1B8-113E-4407-A34F-DB424C25378D}" dt="2025-10-28T01:17:32.939" v="2523" actId="478"/>
          <ac:spMkLst>
            <pc:docMk/>
            <pc:sldMk cId="0" sldId="260"/>
            <ac:spMk id="122" creationId="{243F26E4-A166-9CF4-94EC-41556DA8F988}"/>
          </ac:spMkLst>
        </pc:spChg>
        <pc:spChg chg="del">
          <ac:chgData name="이 동익" userId="072dddf4b71c1549" providerId="LiveId" clId="{EFD8A1B8-113E-4407-A34F-DB424C25378D}" dt="2025-10-28T01:17:49.313" v="2524" actId="478"/>
          <ac:spMkLst>
            <pc:docMk/>
            <pc:sldMk cId="0" sldId="260"/>
            <ac:spMk id="123" creationId="{EC865C5C-0B0E-7AA2-8943-80B7707449CB}"/>
          </ac:spMkLst>
        </pc:spChg>
        <pc:spChg chg="add mod">
          <ac:chgData name="이 동익" userId="072dddf4b71c1549" providerId="LiveId" clId="{EFD8A1B8-113E-4407-A34F-DB424C25378D}" dt="2025-10-28T00:49:15.570" v="2191" actId="255"/>
          <ac:spMkLst>
            <pc:docMk/>
            <pc:sldMk cId="0" sldId="260"/>
            <ac:spMk id="126" creationId="{9A032B4C-60EA-8933-08F2-85CCD6E981AB}"/>
          </ac:spMkLst>
        </pc:spChg>
        <pc:spChg chg="add mod">
          <ac:chgData name="이 동익" userId="072dddf4b71c1549" providerId="LiveId" clId="{EFD8A1B8-113E-4407-A34F-DB424C25378D}" dt="2025-10-28T01:16:45.257" v="2471" actId="20577"/>
          <ac:spMkLst>
            <pc:docMk/>
            <pc:sldMk cId="0" sldId="260"/>
            <ac:spMk id="129" creationId="{84F0E072-5A4E-2815-90EA-B4BCBABF1265}"/>
          </ac:spMkLst>
        </pc:spChg>
        <pc:spChg chg="del">
          <ac:chgData name="이 동익" userId="072dddf4b71c1549" providerId="LiveId" clId="{EFD8A1B8-113E-4407-A34F-DB424C25378D}" dt="2025-10-28T01:14:55.794" v="2416" actId="478"/>
          <ac:spMkLst>
            <pc:docMk/>
            <pc:sldMk cId="0" sldId="260"/>
            <ac:spMk id="130" creationId="{DD46D403-BA49-CC82-5A14-B70149E13E36}"/>
          </ac:spMkLst>
        </pc:spChg>
        <pc:spChg chg="del">
          <ac:chgData name="이 동익" userId="072dddf4b71c1549" providerId="LiveId" clId="{EFD8A1B8-113E-4407-A34F-DB424C25378D}" dt="2025-10-28T01:18:01.724" v="2525" actId="478"/>
          <ac:spMkLst>
            <pc:docMk/>
            <pc:sldMk cId="0" sldId="260"/>
            <ac:spMk id="131" creationId="{A8B886BB-F575-CD56-D3FC-881850C66FDA}"/>
          </ac:spMkLst>
        </pc:spChg>
        <pc:spChg chg="del">
          <ac:chgData name="이 동익" userId="072dddf4b71c1549" providerId="LiveId" clId="{EFD8A1B8-113E-4407-A34F-DB424C25378D}" dt="2025-10-28T01:18:02.982" v="2526" actId="478"/>
          <ac:spMkLst>
            <pc:docMk/>
            <pc:sldMk cId="0" sldId="260"/>
            <ac:spMk id="132" creationId="{C043FD97-1A74-2058-E9C1-33FE4A45D819}"/>
          </ac:spMkLst>
        </pc:spChg>
        <pc:spChg chg="del">
          <ac:chgData name="이 동익" userId="072dddf4b71c1549" providerId="LiveId" clId="{EFD8A1B8-113E-4407-A34F-DB424C25378D}" dt="2025-10-28T01:18:21.045" v="2529" actId="478"/>
          <ac:spMkLst>
            <pc:docMk/>
            <pc:sldMk cId="0" sldId="260"/>
            <ac:spMk id="133" creationId="{963B9062-AC74-183F-EDB7-F61AC643674C}"/>
          </ac:spMkLst>
        </pc:spChg>
        <pc:spChg chg="del">
          <ac:chgData name="이 동익" userId="072dddf4b71c1549" providerId="LiveId" clId="{EFD8A1B8-113E-4407-A34F-DB424C25378D}" dt="2025-10-28T01:18:06.207" v="2527" actId="478"/>
          <ac:spMkLst>
            <pc:docMk/>
            <pc:sldMk cId="0" sldId="260"/>
            <ac:spMk id="134" creationId="{E05CE387-138D-226F-C205-D60AD066E2FE}"/>
          </ac:spMkLst>
        </pc:spChg>
        <pc:spChg chg="del">
          <ac:chgData name="이 동익" userId="072dddf4b71c1549" providerId="LiveId" clId="{EFD8A1B8-113E-4407-A34F-DB424C25378D}" dt="2025-10-28T01:18:21.045" v="2529" actId="478"/>
          <ac:spMkLst>
            <pc:docMk/>
            <pc:sldMk cId="0" sldId="260"/>
            <ac:spMk id="135" creationId="{B211D89A-6606-B40B-18B1-15BF2FCF94DE}"/>
          </ac:spMkLst>
        </pc:spChg>
        <pc:spChg chg="del">
          <ac:chgData name="이 동익" userId="072dddf4b71c1549" providerId="LiveId" clId="{EFD8A1B8-113E-4407-A34F-DB424C25378D}" dt="2025-10-28T01:18:06.775" v="2528" actId="478"/>
          <ac:spMkLst>
            <pc:docMk/>
            <pc:sldMk cId="0" sldId="260"/>
            <ac:spMk id="136" creationId="{44BF56EA-8B8A-EBE0-35EA-E304C1CB6B7B}"/>
          </ac:spMkLst>
        </pc:spChg>
        <pc:spChg chg="del">
          <ac:chgData name="이 동익" userId="072dddf4b71c1549" providerId="LiveId" clId="{EFD8A1B8-113E-4407-A34F-DB424C25378D}" dt="2025-10-28T01:18:21.045" v="2529" actId="478"/>
          <ac:spMkLst>
            <pc:docMk/>
            <pc:sldMk cId="0" sldId="260"/>
            <ac:spMk id="137" creationId="{8CF2CD35-9136-29AB-DF01-46E7C3AA051B}"/>
          </ac:spMkLst>
        </pc:spChg>
        <pc:spChg chg="add del mod">
          <ac:chgData name="이 동익" userId="072dddf4b71c1549" providerId="LiveId" clId="{EFD8A1B8-113E-4407-A34F-DB424C25378D}" dt="2025-10-28T01:17:49.313" v="2524" actId="478"/>
          <ac:spMkLst>
            <pc:docMk/>
            <pc:sldMk cId="0" sldId="260"/>
            <ac:spMk id="138" creationId="{A5F68D91-C497-8CEB-10FF-F1AA93F407CB}"/>
          </ac:spMkLst>
        </pc:spChg>
        <pc:spChg chg="mod">
          <ac:chgData name="이 동익" userId="072dddf4b71c1549" providerId="LiveId" clId="{EFD8A1B8-113E-4407-A34F-DB424C25378D}" dt="2025-10-28T01:16:55.477" v="2494" actId="20577"/>
          <ac:spMkLst>
            <pc:docMk/>
            <pc:sldMk cId="0" sldId="260"/>
            <ac:spMk id="144" creationId="{F6CFE51D-CB3A-9338-C222-07DF1AC865B4}"/>
          </ac:spMkLst>
        </pc:spChg>
        <pc:spChg chg="del">
          <ac:chgData name="이 동익" userId="072dddf4b71c1549" providerId="LiveId" clId="{EFD8A1B8-113E-4407-A34F-DB424C25378D}" dt="2025-10-28T01:14:55.794" v="2416" actId="478"/>
          <ac:spMkLst>
            <pc:docMk/>
            <pc:sldMk cId="0" sldId="260"/>
            <ac:spMk id="145" creationId="{4050698A-EBDC-9BA8-5739-18ADFD02EB55}"/>
          </ac:spMkLst>
        </pc:spChg>
        <pc:spChg chg="add mod">
          <ac:chgData name="이 동익" userId="072dddf4b71c1549" providerId="LiveId" clId="{EFD8A1B8-113E-4407-A34F-DB424C25378D}" dt="2025-10-28T00:49:15.570" v="2191" actId="255"/>
          <ac:spMkLst>
            <pc:docMk/>
            <pc:sldMk cId="0" sldId="260"/>
            <ac:spMk id="146" creationId="{842BC204-B739-CE75-3039-BB54072AD7F3}"/>
          </ac:spMkLst>
        </pc:spChg>
        <pc:spChg chg="add mod">
          <ac:chgData name="이 동익" userId="072dddf4b71c1549" providerId="LiveId" clId="{EFD8A1B8-113E-4407-A34F-DB424C25378D}" dt="2025-10-28T00:49:15.570" v="2191" actId="255"/>
          <ac:spMkLst>
            <pc:docMk/>
            <pc:sldMk cId="0" sldId="260"/>
            <ac:spMk id="151" creationId="{A83E5068-750B-CCA8-3497-08DE786807E2}"/>
          </ac:spMkLst>
        </pc:spChg>
        <pc:spChg chg="del">
          <ac:chgData name="이 동익" userId="072dddf4b71c1549" providerId="LiveId" clId="{EFD8A1B8-113E-4407-A34F-DB424C25378D}" dt="2025-10-28T01:17:49.313" v="2524" actId="478"/>
          <ac:spMkLst>
            <pc:docMk/>
            <pc:sldMk cId="0" sldId="260"/>
            <ac:spMk id="153" creationId="{55BEE99B-7965-7FCA-1D31-EA53465E780C}"/>
          </ac:spMkLst>
        </pc:spChg>
        <pc:spChg chg="add mod">
          <ac:chgData name="이 동익" userId="072dddf4b71c1549" providerId="LiveId" clId="{EFD8A1B8-113E-4407-A34F-DB424C25378D}" dt="2025-10-28T00:49:15.570" v="2191" actId="255"/>
          <ac:spMkLst>
            <pc:docMk/>
            <pc:sldMk cId="0" sldId="260"/>
            <ac:spMk id="154" creationId="{FD5685D0-8565-5E80-026A-F090FF561B15}"/>
          </ac:spMkLst>
        </pc:spChg>
        <pc:spChg chg="add mod">
          <ac:chgData name="이 동익" userId="072dddf4b71c1549" providerId="LiveId" clId="{EFD8A1B8-113E-4407-A34F-DB424C25378D}" dt="2025-10-28T00:49:15.570" v="2191" actId="255"/>
          <ac:spMkLst>
            <pc:docMk/>
            <pc:sldMk cId="0" sldId="260"/>
            <ac:spMk id="156" creationId="{66935F58-802B-F730-3513-255CD9725E45}"/>
          </ac:spMkLst>
        </pc:spChg>
        <pc:spChg chg="mod">
          <ac:chgData name="이 동익" userId="072dddf4b71c1549" providerId="LiveId" clId="{EFD8A1B8-113E-4407-A34F-DB424C25378D}" dt="2025-10-28T01:17:06.216" v="2514" actId="20577"/>
          <ac:spMkLst>
            <pc:docMk/>
            <pc:sldMk cId="0" sldId="260"/>
            <ac:spMk id="159" creationId="{4A1DA4B4-BDF2-8D57-0BA8-89C7DDF40B70}"/>
          </ac:spMkLst>
        </pc:spChg>
        <pc:spChg chg="add del mod">
          <ac:chgData name="이 동익" userId="072dddf4b71c1549" providerId="LiveId" clId="{EFD8A1B8-113E-4407-A34F-DB424C25378D}" dt="2025-10-28T01:14:55.794" v="2416" actId="478"/>
          <ac:spMkLst>
            <pc:docMk/>
            <pc:sldMk cId="0" sldId="260"/>
            <ac:spMk id="160" creationId="{8BE86BBD-98ED-B24E-4B6D-93C4000D5431}"/>
          </ac:spMkLst>
        </pc:spChg>
        <pc:spChg chg="add del">
          <ac:chgData name="이 동익" userId="072dddf4b71c1549" providerId="LiveId" clId="{EFD8A1B8-113E-4407-A34F-DB424C25378D}" dt="2025-10-28T01:15:27.097" v="2423" actId="478"/>
          <ac:spMkLst>
            <pc:docMk/>
            <pc:sldMk cId="0" sldId="260"/>
            <ac:spMk id="161" creationId="{7485867D-B94D-7E59-F1C1-0D973CCEA992}"/>
          </ac:spMkLst>
        </pc:spChg>
        <pc:spChg chg="add del mod">
          <ac:chgData name="이 동익" userId="072dddf4b71c1549" providerId="LiveId" clId="{EFD8A1B8-113E-4407-A34F-DB424C25378D}" dt="2025-10-28T01:01:46.797" v="2313" actId="478"/>
          <ac:spMkLst>
            <pc:docMk/>
            <pc:sldMk cId="0" sldId="260"/>
            <ac:spMk id="166" creationId="{FE8EA5A8-1CFA-F7E9-0A28-96652E3FF394}"/>
          </ac:spMkLst>
        </pc:spChg>
        <pc:spChg chg="add mod">
          <ac:chgData name="이 동익" userId="072dddf4b71c1549" providerId="LiveId" clId="{EFD8A1B8-113E-4407-A34F-DB424C25378D}" dt="2025-10-28T01:04:44.984" v="2329" actId="207"/>
          <ac:spMkLst>
            <pc:docMk/>
            <pc:sldMk cId="0" sldId="260"/>
            <ac:spMk id="167" creationId="{2CDAC920-211D-8700-76C2-991E88796BAD}"/>
          </ac:spMkLst>
        </pc:spChg>
        <pc:spChg chg="add mod">
          <ac:chgData name="이 동익" userId="072dddf4b71c1549" providerId="LiveId" clId="{EFD8A1B8-113E-4407-A34F-DB424C25378D}" dt="2025-10-28T01:04:48.656" v="2330" actId="207"/>
          <ac:spMkLst>
            <pc:docMk/>
            <pc:sldMk cId="0" sldId="260"/>
            <ac:spMk id="168" creationId="{E9D87A6E-DF0D-A5B9-4113-1FEA977F074C}"/>
          </ac:spMkLst>
        </pc:spChg>
        <pc:spChg chg="add mod">
          <ac:chgData name="이 동익" userId="072dddf4b71c1549" providerId="LiveId" clId="{EFD8A1B8-113E-4407-A34F-DB424C25378D}" dt="2025-10-28T01:05:56.922" v="2344" actId="208"/>
          <ac:spMkLst>
            <pc:docMk/>
            <pc:sldMk cId="0" sldId="260"/>
            <ac:spMk id="171" creationId="{88F80380-9BDF-0685-B0CB-9702F2DF91E9}"/>
          </ac:spMkLst>
        </pc:spChg>
        <pc:picChg chg="add del mod">
          <ac:chgData name="이 동익" userId="072dddf4b71c1549" providerId="LiveId" clId="{EFD8A1B8-113E-4407-A34F-DB424C25378D}" dt="2025-10-28T01:15:24.547" v="2421" actId="1038"/>
          <ac:picMkLst>
            <pc:docMk/>
            <pc:sldMk cId="0" sldId="260"/>
            <ac:picMk id="2" creationId="{00000000-0000-0000-0000-000000000000}"/>
          </ac:picMkLst>
        </pc:picChg>
        <pc:picChg chg="add del">
          <ac:chgData name="이 동익" userId="072dddf4b71c1549" providerId="LiveId" clId="{EFD8A1B8-113E-4407-A34F-DB424C25378D}" dt="2025-10-28T00:05:14.689" v="2097" actId="478"/>
          <ac:picMkLst>
            <pc:docMk/>
            <pc:sldMk cId="0" sldId="260"/>
            <ac:picMk id="3" creationId="{00000000-0000-0000-0000-000000000000}"/>
          </ac:picMkLst>
        </pc:picChg>
        <pc:picChg chg="add del">
          <ac:chgData name="이 동익" userId="072dddf4b71c1549" providerId="LiveId" clId="{EFD8A1B8-113E-4407-A34F-DB424C25378D}" dt="2025-10-28T00:05:00.747" v="2096" actId="478"/>
          <ac:picMkLst>
            <pc:docMk/>
            <pc:sldMk cId="0" sldId="260"/>
            <ac:picMk id="4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04:23.373" v="2083" actId="478"/>
          <ac:picMkLst>
            <pc:docMk/>
            <pc:sldMk cId="0" sldId="260"/>
            <ac:picMk id="5" creationId="{00000000-0000-0000-0000-000000000000}"/>
          </ac:picMkLst>
        </pc:picChg>
        <pc:picChg chg="add del">
          <ac:chgData name="이 동익" userId="072dddf4b71c1549" providerId="LiveId" clId="{EFD8A1B8-113E-4407-A34F-DB424C25378D}" dt="2025-10-28T00:05:00.747" v="2096" actId="478"/>
          <ac:picMkLst>
            <pc:docMk/>
            <pc:sldMk cId="0" sldId="260"/>
            <ac:picMk id="6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04:32.588" v="2088" actId="478"/>
          <ac:picMkLst>
            <pc:docMk/>
            <pc:sldMk cId="0" sldId="260"/>
            <ac:picMk id="7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04:33.330" v="2089" actId="478"/>
          <ac:picMkLst>
            <pc:docMk/>
            <pc:sldMk cId="0" sldId="260"/>
            <ac:picMk id="8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04:33.836" v="2090" actId="478"/>
          <ac:picMkLst>
            <pc:docMk/>
            <pc:sldMk cId="0" sldId="260"/>
            <ac:picMk id="9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04:34.268" v="2091" actId="478"/>
          <ac:picMkLst>
            <pc:docMk/>
            <pc:sldMk cId="0" sldId="260"/>
            <ac:picMk id="10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04:24.236" v="2084" actId="478"/>
          <ac:picMkLst>
            <pc:docMk/>
            <pc:sldMk cId="0" sldId="260"/>
            <ac:picMk id="11" creationId="{00000000-0000-0000-0000-000000000000}"/>
          </ac:picMkLst>
        </pc:picChg>
        <pc:picChg chg="add del">
          <ac:chgData name="이 동익" userId="072dddf4b71c1549" providerId="LiveId" clId="{EFD8A1B8-113E-4407-A34F-DB424C25378D}" dt="2025-10-28T00:05:14.689" v="2097" actId="478"/>
          <ac:picMkLst>
            <pc:docMk/>
            <pc:sldMk cId="0" sldId="260"/>
            <ac:picMk id="12" creationId="{00000000-0000-0000-0000-000000000000}"/>
          </ac:picMkLst>
        </pc:picChg>
        <pc:picChg chg="add del">
          <ac:chgData name="이 동익" userId="072dddf4b71c1549" providerId="LiveId" clId="{EFD8A1B8-113E-4407-A34F-DB424C25378D}" dt="2025-10-28T00:05:14.689" v="2097" actId="478"/>
          <ac:picMkLst>
            <pc:docMk/>
            <pc:sldMk cId="0" sldId="260"/>
            <ac:picMk id="13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05:18.785" v="2098" actId="478"/>
          <ac:picMkLst>
            <pc:docMk/>
            <pc:sldMk cId="0" sldId="260"/>
            <ac:picMk id="14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04:36.468" v="2092" actId="478"/>
          <ac:picMkLst>
            <pc:docMk/>
            <pc:sldMk cId="0" sldId="260"/>
            <ac:picMk id="15" creationId="{00000000-0000-0000-0000-000000000000}"/>
          </ac:picMkLst>
        </pc:picChg>
        <pc:picChg chg="del">
          <ac:chgData name="이 동익" userId="072dddf4b71c1549" providerId="LiveId" clId="{EFD8A1B8-113E-4407-A34F-DB424C25378D}" dt="2025-10-27T23:47:15.882" v="1965" actId="478"/>
          <ac:picMkLst>
            <pc:docMk/>
            <pc:sldMk cId="0" sldId="260"/>
            <ac:picMk id="16" creationId="{00000000-0000-0000-0000-000000000000}"/>
          </ac:picMkLst>
        </pc:picChg>
        <pc:picChg chg="add mod">
          <ac:chgData name="이 동익" userId="072dddf4b71c1549" providerId="LiveId" clId="{EFD8A1B8-113E-4407-A34F-DB424C25378D}" dt="2025-10-28T01:15:42.781" v="2425" actId="571"/>
          <ac:picMkLst>
            <pc:docMk/>
            <pc:sldMk cId="0" sldId="260"/>
            <ac:picMk id="182" creationId="{E48C1807-24FB-9463-09DB-8547755D0845}"/>
          </ac:picMkLst>
        </pc:picChg>
        <pc:cxnChg chg="add del">
          <ac:chgData name="이 동익" userId="072dddf4b71c1549" providerId="LiveId" clId="{EFD8A1B8-113E-4407-A34F-DB424C25378D}" dt="2025-10-28T01:05:06.448" v="2332" actId="478"/>
          <ac:cxnSpMkLst>
            <pc:docMk/>
            <pc:sldMk cId="0" sldId="260"/>
            <ac:cxnSpMk id="170" creationId="{D8DAA836-343A-F436-1E9A-7CAD4EABF126}"/>
          </ac:cxnSpMkLst>
        </pc:cxnChg>
        <pc:cxnChg chg="add del mod">
          <ac:chgData name="이 동익" userId="072dddf4b71c1549" providerId="LiveId" clId="{EFD8A1B8-113E-4407-A34F-DB424C25378D}" dt="2025-10-28T01:06:09.412" v="2346" actId="11529"/>
          <ac:cxnSpMkLst>
            <pc:docMk/>
            <pc:sldMk cId="0" sldId="260"/>
            <ac:cxnSpMk id="173" creationId="{AAA83267-D404-9DB4-3925-53E09191FFA6}"/>
          </ac:cxnSpMkLst>
        </pc:cxnChg>
        <pc:cxnChg chg="add mod">
          <ac:chgData name="이 동익" userId="072dddf4b71c1549" providerId="LiveId" clId="{EFD8A1B8-113E-4407-A34F-DB424C25378D}" dt="2025-10-28T01:06:33.053" v="2349" actId="1582"/>
          <ac:cxnSpMkLst>
            <pc:docMk/>
            <pc:sldMk cId="0" sldId="260"/>
            <ac:cxnSpMk id="175" creationId="{DBA1F255-80C1-1CE0-9F85-8D4E5B0AF744}"/>
          </ac:cxnSpMkLst>
        </pc:cxnChg>
        <pc:cxnChg chg="add mod">
          <ac:chgData name="이 동익" userId="072dddf4b71c1549" providerId="LiveId" clId="{EFD8A1B8-113E-4407-A34F-DB424C25378D}" dt="2025-10-28T01:07:46.941" v="2357" actId="1582"/>
          <ac:cxnSpMkLst>
            <pc:docMk/>
            <pc:sldMk cId="0" sldId="260"/>
            <ac:cxnSpMk id="177" creationId="{12FE82DD-5E97-E3C7-A9D2-97CA727E5DB9}"/>
          </ac:cxnSpMkLst>
        </pc:cxnChg>
        <pc:cxnChg chg="add del">
          <ac:chgData name="이 동익" userId="072dddf4b71c1549" providerId="LiveId" clId="{EFD8A1B8-113E-4407-A34F-DB424C25378D}" dt="2025-10-28T01:07:15.968" v="2352" actId="478"/>
          <ac:cxnSpMkLst>
            <pc:docMk/>
            <pc:sldMk cId="0" sldId="260"/>
            <ac:cxnSpMk id="179" creationId="{6837CEF8-300C-A6D1-C943-A23507908448}"/>
          </ac:cxnSpMkLst>
        </pc:cxnChg>
        <pc:cxnChg chg="add mod">
          <ac:chgData name="이 동익" userId="072dddf4b71c1549" providerId="LiveId" clId="{EFD8A1B8-113E-4407-A34F-DB424C25378D}" dt="2025-10-28T01:07:35.889" v="2355" actId="1582"/>
          <ac:cxnSpMkLst>
            <pc:docMk/>
            <pc:sldMk cId="0" sldId="260"/>
            <ac:cxnSpMk id="181" creationId="{A59720A6-26ED-35D3-B355-21D3FC334565}"/>
          </ac:cxnSpMkLst>
        </pc:cxnChg>
      </pc:sldChg>
      <pc:sldChg chg="delSp modSp mod">
        <pc:chgData name="이 동익" userId="072dddf4b71c1549" providerId="LiveId" clId="{EFD8A1B8-113E-4407-A34F-DB424C25378D}" dt="2025-10-28T00:14:49.025" v="2138" actId="20577"/>
        <pc:sldMkLst>
          <pc:docMk/>
          <pc:sldMk cId="0" sldId="261"/>
        </pc:sldMkLst>
        <pc:spChg chg="del mod">
          <ac:chgData name="이 동익" userId="072dddf4b71c1549" providerId="LiveId" clId="{EFD8A1B8-113E-4407-A34F-DB424C25378D}" dt="2025-10-28T00:13:05.412" v="2103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3:02.243" v="2100" actId="478"/>
          <ac:spMkLst>
            <pc:docMk/>
            <pc:sldMk cId="0" sldId="261"/>
            <ac:spMk id="14" creationId="{00000000-0000-0000-0000-000000000000}"/>
          </ac:spMkLst>
        </pc:spChg>
        <pc:spChg chg="del mod">
          <ac:chgData name="이 동익" userId="072dddf4b71c1549" providerId="LiveId" clId="{EFD8A1B8-113E-4407-A34F-DB424C25378D}" dt="2025-10-28T00:13:20.474" v="2107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3:20.474" v="2107" actId="478"/>
          <ac:spMkLst>
            <pc:docMk/>
            <pc:sldMk cId="0" sldId="261"/>
            <ac:spMk id="16" creationId="{00000000-0000-0000-0000-000000000000}"/>
          </ac:spMkLst>
        </pc:spChg>
        <pc:spChg chg="del mod">
          <ac:chgData name="이 동익" userId="072dddf4b71c1549" providerId="LiveId" clId="{EFD8A1B8-113E-4407-A34F-DB424C25378D}" dt="2025-10-28T00:13:20.474" v="2107" actId="478"/>
          <ac:spMkLst>
            <pc:docMk/>
            <pc:sldMk cId="0" sldId="261"/>
            <ac:spMk id="17" creationId="{00000000-0000-0000-0000-000000000000}"/>
          </ac:spMkLst>
        </pc:spChg>
        <pc:spChg chg="mod">
          <ac:chgData name="이 동익" userId="072dddf4b71c1549" providerId="LiveId" clId="{EFD8A1B8-113E-4407-A34F-DB424C25378D}" dt="2025-10-28T00:14:49.025" v="2138" actId="20577"/>
          <ac:spMkLst>
            <pc:docMk/>
            <pc:sldMk cId="0" sldId="261"/>
            <ac:spMk id="18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3:20.474" v="2107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3:20.474" v="2107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3:20.474" v="2107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3:20.474" v="2107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3:20.474" v="2107" actId="478"/>
          <ac:spMkLst>
            <pc:docMk/>
            <pc:sldMk cId="0" sldId="261"/>
            <ac:spMk id="23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3:20.474" v="2107" actId="478"/>
          <ac:spMkLst>
            <pc:docMk/>
            <pc:sldMk cId="0" sldId="261"/>
            <ac:spMk id="24" creationId="{00000000-0000-0000-0000-000000000000}"/>
          </ac:spMkLst>
        </pc:spChg>
        <pc:picChg chg="del">
          <ac:chgData name="이 동익" userId="072dddf4b71c1549" providerId="LiveId" clId="{EFD8A1B8-113E-4407-A34F-DB424C25378D}" dt="2025-10-28T00:13:20.474" v="2107" actId="478"/>
          <ac:picMkLst>
            <pc:docMk/>
            <pc:sldMk cId="0" sldId="261"/>
            <ac:picMk id="4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3:06.444" v="2104" actId="478"/>
          <ac:picMkLst>
            <pc:docMk/>
            <pc:sldMk cId="0" sldId="261"/>
            <ac:picMk id="6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3:00.124" v="2099" actId="478"/>
          <ac:picMkLst>
            <pc:docMk/>
            <pc:sldMk cId="0" sldId="261"/>
            <ac:picMk id="10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3:03.232" v="2101" actId="478"/>
          <ac:picMkLst>
            <pc:docMk/>
            <pc:sldMk cId="0" sldId="261"/>
            <ac:picMk id="12" creationId="{00000000-0000-0000-0000-000000000000}"/>
          </ac:picMkLst>
        </pc:picChg>
      </pc:sldChg>
      <pc:sldChg chg="addSp delSp modSp mod">
        <pc:chgData name="이 동익" userId="072dddf4b71c1549" providerId="LiveId" clId="{EFD8A1B8-113E-4407-A34F-DB424C25378D}" dt="2025-10-28T00:14:37.243" v="2120" actId="478"/>
        <pc:sldMkLst>
          <pc:docMk/>
          <pc:sldMk cId="0" sldId="262"/>
        </pc:sldMkLst>
        <pc:spChg chg="del">
          <ac:chgData name="이 동익" userId="072dddf4b71c1549" providerId="LiveId" clId="{EFD8A1B8-113E-4407-A34F-DB424C25378D}" dt="2025-10-28T00:14:34.513" v="2119" actId="478"/>
          <ac:spMkLst>
            <pc:docMk/>
            <pc:sldMk cId="0" sldId="262"/>
            <ac:spMk id="28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15.609" v="2117" actId="478"/>
          <ac:spMkLst>
            <pc:docMk/>
            <pc:sldMk cId="0" sldId="262"/>
            <ac:spMk id="29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15.609" v="2117" actId="478"/>
          <ac:spMkLst>
            <pc:docMk/>
            <pc:sldMk cId="0" sldId="262"/>
            <ac:spMk id="30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15.609" v="2117" actId="478"/>
          <ac:spMkLst>
            <pc:docMk/>
            <pc:sldMk cId="0" sldId="262"/>
            <ac:spMk id="31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34.513" v="2119" actId="478"/>
          <ac:spMkLst>
            <pc:docMk/>
            <pc:sldMk cId="0" sldId="262"/>
            <ac:spMk id="32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34.513" v="2119" actId="478"/>
          <ac:spMkLst>
            <pc:docMk/>
            <pc:sldMk cId="0" sldId="262"/>
            <ac:spMk id="33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8.351" v="2116" actId="478"/>
          <ac:spMkLst>
            <pc:docMk/>
            <pc:sldMk cId="0" sldId="262"/>
            <ac:spMk id="35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0.749" v="2115" actId="478"/>
          <ac:spMkLst>
            <pc:docMk/>
            <pc:sldMk cId="0" sldId="262"/>
            <ac:spMk id="36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0.749" v="2115" actId="478"/>
          <ac:spMkLst>
            <pc:docMk/>
            <pc:sldMk cId="0" sldId="262"/>
            <ac:spMk id="37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3:37.943" v="2108" actId="47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34.513" v="2119" actId="478"/>
          <ac:spMkLst>
            <pc:docMk/>
            <pc:sldMk cId="0" sldId="262"/>
            <ac:spMk id="39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15.609" v="2117" actId="478"/>
          <ac:spMkLst>
            <pc:docMk/>
            <pc:sldMk cId="0" sldId="262"/>
            <ac:spMk id="40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8.351" v="2116" actId="478"/>
          <ac:spMkLst>
            <pc:docMk/>
            <pc:sldMk cId="0" sldId="262"/>
            <ac:spMk id="41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8.351" v="2116" actId="478"/>
          <ac:spMkLst>
            <pc:docMk/>
            <pc:sldMk cId="0" sldId="262"/>
            <ac:spMk id="42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0.749" v="2115" actId="478"/>
          <ac:spMkLst>
            <pc:docMk/>
            <pc:sldMk cId="0" sldId="262"/>
            <ac:spMk id="43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0.749" v="2115" actId="478"/>
          <ac:spMkLst>
            <pc:docMk/>
            <pc:sldMk cId="0" sldId="262"/>
            <ac:spMk id="44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8.351" v="2116" actId="478"/>
          <ac:spMkLst>
            <pc:docMk/>
            <pc:sldMk cId="0" sldId="262"/>
            <ac:spMk id="45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8.351" v="2116" actId="478"/>
          <ac:spMkLst>
            <pc:docMk/>
            <pc:sldMk cId="0" sldId="262"/>
            <ac:spMk id="46" creationId="{00000000-0000-0000-0000-000000000000}"/>
          </ac:spMkLst>
        </pc:spChg>
        <pc:spChg chg="del">
          <ac:chgData name="이 동익" userId="072dddf4b71c1549" providerId="LiveId" clId="{EFD8A1B8-113E-4407-A34F-DB424C25378D}" dt="2025-10-28T00:14:08.351" v="2116" actId="478"/>
          <ac:spMkLst>
            <pc:docMk/>
            <pc:sldMk cId="0" sldId="262"/>
            <ac:spMk id="47" creationId="{00000000-0000-0000-0000-000000000000}"/>
          </ac:spMkLst>
        </pc:spChg>
        <pc:spChg chg="add mod">
          <ac:chgData name="이 동익" userId="072dddf4b71c1549" providerId="LiveId" clId="{EFD8A1B8-113E-4407-A34F-DB424C25378D}" dt="2025-10-28T00:13:59.543" v="2114" actId="571"/>
          <ac:spMkLst>
            <pc:docMk/>
            <pc:sldMk cId="0" sldId="262"/>
            <ac:spMk id="50" creationId="{E75B1052-2083-EA38-7CA9-CFAEEADC7B7B}"/>
          </ac:spMkLst>
        </pc:spChg>
        <pc:spChg chg="add mod">
          <ac:chgData name="이 동익" userId="072dddf4b71c1549" providerId="LiveId" clId="{EFD8A1B8-113E-4407-A34F-DB424C25378D}" dt="2025-10-28T00:13:59.543" v="2114" actId="571"/>
          <ac:spMkLst>
            <pc:docMk/>
            <pc:sldMk cId="0" sldId="262"/>
            <ac:spMk id="51" creationId="{0AFA7A7E-D27B-7C28-53EC-9481D0ECD1AF}"/>
          </ac:spMkLst>
        </pc:spChg>
        <pc:spChg chg="add mod">
          <ac:chgData name="이 동익" userId="072dddf4b71c1549" providerId="LiveId" clId="{EFD8A1B8-113E-4407-A34F-DB424C25378D}" dt="2025-10-28T00:13:59.543" v="2114" actId="571"/>
          <ac:spMkLst>
            <pc:docMk/>
            <pc:sldMk cId="0" sldId="262"/>
            <ac:spMk id="52" creationId="{25E7E988-C1A1-51A1-077D-AF25D5957E1F}"/>
          </ac:spMkLst>
        </pc:spChg>
        <pc:spChg chg="add mod">
          <ac:chgData name="이 동익" userId="072dddf4b71c1549" providerId="LiveId" clId="{EFD8A1B8-113E-4407-A34F-DB424C25378D}" dt="2025-10-28T00:13:59.543" v="2114" actId="571"/>
          <ac:spMkLst>
            <pc:docMk/>
            <pc:sldMk cId="0" sldId="262"/>
            <ac:spMk id="53" creationId="{84457EBE-366B-58D6-FD2E-1987384B1F86}"/>
          </ac:spMkLst>
        </pc:spChg>
        <pc:spChg chg="add del mod">
          <ac:chgData name="이 동익" userId="072dddf4b71c1549" providerId="LiveId" clId="{EFD8A1B8-113E-4407-A34F-DB424C25378D}" dt="2025-10-28T00:13:59.008" v="2113" actId="571"/>
          <ac:spMkLst>
            <pc:docMk/>
            <pc:sldMk cId="0" sldId="262"/>
            <ac:spMk id="54" creationId="{1D92A2F6-2659-D15F-CE68-63B6B2B4D500}"/>
          </ac:spMkLst>
        </pc:spChg>
        <pc:spChg chg="add del mod">
          <ac:chgData name="이 동익" userId="072dddf4b71c1549" providerId="LiveId" clId="{EFD8A1B8-113E-4407-A34F-DB424C25378D}" dt="2025-10-28T00:13:59.008" v="2113" actId="571"/>
          <ac:spMkLst>
            <pc:docMk/>
            <pc:sldMk cId="0" sldId="262"/>
            <ac:spMk id="55" creationId="{08421AF7-27B4-D345-D2A9-9A6D59B258F9}"/>
          </ac:spMkLst>
        </pc:spChg>
        <pc:spChg chg="add del mod">
          <ac:chgData name="이 동익" userId="072dddf4b71c1549" providerId="LiveId" clId="{EFD8A1B8-113E-4407-A34F-DB424C25378D}" dt="2025-10-28T00:13:59.008" v="2113" actId="571"/>
          <ac:spMkLst>
            <pc:docMk/>
            <pc:sldMk cId="0" sldId="262"/>
            <ac:spMk id="57" creationId="{31CFD0B2-56D8-E667-EF8B-69A3C4B0BA86}"/>
          </ac:spMkLst>
        </pc:spChg>
        <pc:spChg chg="add del mod">
          <ac:chgData name="이 동익" userId="072dddf4b71c1549" providerId="LiveId" clId="{EFD8A1B8-113E-4407-A34F-DB424C25378D}" dt="2025-10-28T00:13:59.008" v="2113" actId="571"/>
          <ac:spMkLst>
            <pc:docMk/>
            <pc:sldMk cId="0" sldId="262"/>
            <ac:spMk id="58" creationId="{4D711990-2108-8F53-74DC-C97131C1577F}"/>
          </ac:spMkLst>
        </pc:spChg>
        <pc:spChg chg="add del mod">
          <ac:chgData name="이 동익" userId="072dddf4b71c1549" providerId="LiveId" clId="{EFD8A1B8-113E-4407-A34F-DB424C25378D}" dt="2025-10-28T00:13:59.008" v="2113" actId="571"/>
          <ac:spMkLst>
            <pc:docMk/>
            <pc:sldMk cId="0" sldId="262"/>
            <ac:spMk id="59" creationId="{F2CC2628-6065-9BDF-61A6-FC2694619718}"/>
          </ac:spMkLst>
        </pc:spChg>
        <pc:spChg chg="add del mod">
          <ac:chgData name="이 동익" userId="072dddf4b71c1549" providerId="LiveId" clId="{EFD8A1B8-113E-4407-A34F-DB424C25378D}" dt="2025-10-28T00:13:59.008" v="2113" actId="571"/>
          <ac:spMkLst>
            <pc:docMk/>
            <pc:sldMk cId="0" sldId="262"/>
            <ac:spMk id="60" creationId="{0F001CCD-DA10-AA34-73B9-EE43291311B6}"/>
          </ac:spMkLst>
        </pc:spChg>
        <pc:picChg chg="del">
          <ac:chgData name="이 동익" userId="072dddf4b71c1549" providerId="LiveId" clId="{EFD8A1B8-113E-4407-A34F-DB424C25378D}" dt="2025-10-28T00:13:37.943" v="2108" actId="478"/>
          <ac:picMkLst>
            <pc:docMk/>
            <pc:sldMk cId="0" sldId="262"/>
            <ac:picMk id="3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15.609" v="2117" actId="478"/>
          <ac:picMkLst>
            <pc:docMk/>
            <pc:sldMk cId="0" sldId="262"/>
            <ac:picMk id="5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3:37.943" v="2108" actId="478"/>
          <ac:picMkLst>
            <pc:docMk/>
            <pc:sldMk cId="0" sldId="262"/>
            <ac:picMk id="6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08.351" v="2116" actId="478"/>
          <ac:picMkLst>
            <pc:docMk/>
            <pc:sldMk cId="0" sldId="262"/>
            <ac:picMk id="7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15.609" v="2117" actId="478"/>
          <ac:picMkLst>
            <pc:docMk/>
            <pc:sldMk cId="0" sldId="262"/>
            <ac:picMk id="8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34.513" v="2119" actId="478"/>
          <ac:picMkLst>
            <pc:docMk/>
            <pc:sldMk cId="0" sldId="262"/>
            <ac:picMk id="9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15.609" v="2117" actId="478"/>
          <ac:picMkLst>
            <pc:docMk/>
            <pc:sldMk cId="0" sldId="262"/>
            <ac:picMk id="10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08.351" v="2116" actId="478"/>
          <ac:picMkLst>
            <pc:docMk/>
            <pc:sldMk cId="0" sldId="262"/>
            <ac:picMk id="11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24.561" v="2118" actId="478"/>
          <ac:picMkLst>
            <pc:docMk/>
            <pc:sldMk cId="0" sldId="262"/>
            <ac:picMk id="13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24.561" v="2118" actId="478"/>
          <ac:picMkLst>
            <pc:docMk/>
            <pc:sldMk cId="0" sldId="262"/>
            <ac:picMk id="18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00.749" v="2115" actId="478"/>
          <ac:picMkLst>
            <pc:docMk/>
            <pc:sldMk cId="0" sldId="262"/>
            <ac:picMk id="20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34.513" v="2119" actId="478"/>
          <ac:picMkLst>
            <pc:docMk/>
            <pc:sldMk cId="0" sldId="262"/>
            <ac:picMk id="21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34.513" v="2119" actId="478"/>
          <ac:picMkLst>
            <pc:docMk/>
            <pc:sldMk cId="0" sldId="262"/>
            <ac:picMk id="25" creationId="{00000000-0000-0000-0000-000000000000}"/>
          </ac:picMkLst>
        </pc:picChg>
        <pc:picChg chg="del">
          <ac:chgData name="이 동익" userId="072dddf4b71c1549" providerId="LiveId" clId="{EFD8A1B8-113E-4407-A34F-DB424C25378D}" dt="2025-10-28T00:14:37.243" v="2120" actId="478"/>
          <ac:picMkLst>
            <pc:docMk/>
            <pc:sldMk cId="0" sldId="262"/>
            <ac:picMk id="26" creationId="{00000000-0000-0000-0000-000000000000}"/>
          </ac:picMkLst>
        </pc:picChg>
        <pc:picChg chg="add mod">
          <ac:chgData name="이 동익" userId="072dddf4b71c1549" providerId="LiveId" clId="{EFD8A1B8-113E-4407-A34F-DB424C25378D}" dt="2025-10-28T00:13:59.543" v="2114" actId="571"/>
          <ac:picMkLst>
            <pc:docMk/>
            <pc:sldMk cId="0" sldId="262"/>
            <ac:picMk id="49" creationId="{DAE83BEB-CD0C-A7BD-F366-FBF78AB641E2}"/>
          </ac:picMkLst>
        </pc:picChg>
        <pc:picChg chg="add del mod">
          <ac:chgData name="이 동익" userId="072dddf4b71c1549" providerId="LiveId" clId="{EFD8A1B8-113E-4407-A34F-DB424C25378D}" dt="2025-10-28T00:13:59.008" v="2113" actId="571"/>
          <ac:picMkLst>
            <pc:docMk/>
            <pc:sldMk cId="0" sldId="262"/>
            <ac:picMk id="56" creationId="{59D63137-8B11-32E8-EFCA-C4C04BDECBD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05CA2-75FC-4AEE-A13B-F827A5720F34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062C1-8619-43C5-8CCC-B5D98C0FDE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70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37D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9870A1A-F1BC-E8D5-6C57-7F58E0457B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66800" y="-431800"/>
            <a:ext cx="24536400" cy="10337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1A0AF2D5-BF91-C29E-A0D6-88BBC22ACC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6968DB6D-9BF6-2E8A-6985-754207F5FB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12E86E24-D84E-B300-E010-E87A1AA16C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347CF051-FCE3-0049-1929-08106403F2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1D412F0A-8423-0784-9A3A-C87C6824F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7990C8BB-6CB6-ADAB-8478-B33A2C4B43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E9BCBEF1-4BD0-DBBB-3996-1EA4CFB07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47A1C436-6F6C-43E4-1359-7620E77CC7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CA297F4E-C065-764B-B2EF-3350F176A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F1EACE31-9B59-178D-10A3-831A4B4136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38300" y="1943100"/>
            <a:ext cx="26022300" cy="133858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D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lack Han Sans"/>
          <a:ea typeface="Black Han Sans"/>
          <a:cs typeface="Black Han San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Black Han Sans"/>
          <a:ea typeface="Black Han Sans"/>
          <a:cs typeface="Black Han San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Black Han Sans"/>
          <a:ea typeface="Black Han Sans"/>
          <a:cs typeface="Black Han San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Black Han Sans"/>
          <a:ea typeface="Black Han Sans"/>
          <a:cs typeface="Black Han San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Black Han Sans"/>
          <a:ea typeface="Black Han Sans"/>
          <a:cs typeface="Black Han San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Black Han Sans"/>
          <a:ea typeface="Black Han Sans"/>
          <a:cs typeface="Black Han San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Black Han Sans"/>
          <a:ea typeface="Black Han Sans"/>
          <a:cs typeface="Black Han San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Black Han Sans"/>
          <a:ea typeface="Black Han Sans"/>
          <a:cs typeface="Black Han San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Black Han Sans"/>
          <a:ea typeface="Black Han Sans"/>
          <a:cs typeface="Black Han San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Black Han Sans"/>
          <a:ea typeface="Black Han Sans"/>
          <a:cs typeface="Black Han San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Black Han Sans"/>
          <a:ea typeface="Black Han Sans"/>
          <a:cs typeface="Black Han Sa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Black Han Sans"/>
          <a:ea typeface="Black Han Sans"/>
          <a:cs typeface="Black Han Sa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Black Han Sans"/>
          <a:ea typeface="Black Han Sans"/>
          <a:cs typeface="Black Han Sa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Black Han Sans"/>
          <a:ea typeface="Black Han Sans"/>
          <a:cs typeface="Black Han Sa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Black Han Sans"/>
          <a:ea typeface="Black Han Sans"/>
          <a:cs typeface="Black Han Sa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Black Han Sans"/>
          <a:ea typeface="Black Han Sans"/>
          <a:cs typeface="Black Han Sa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Black Han Sans"/>
          <a:ea typeface="Black Han Sans"/>
          <a:cs typeface="Black Han Sa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Black Han Sans"/>
          <a:ea typeface="Black Han Sans"/>
          <a:cs typeface="Black Han Sa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Black Han Sans"/>
          <a:ea typeface="Black Han Sans"/>
          <a:cs typeface="Black Han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6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6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D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7759700"/>
            <a:ext cx="2552700" cy="1168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3365500"/>
            <a:ext cx="8788400" cy="8788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0">
            <a:off x="13296900" y="7226300"/>
            <a:ext cx="1981200" cy="1981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60000">
            <a:off x="21539200" y="1600200"/>
            <a:ext cx="1854200" cy="1854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184400" y="7886700"/>
            <a:ext cx="2273300" cy="8636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4874" b="1" i="0" u="none" strike="noStrike" dirty="0">
                <a:solidFill>
                  <a:srgbClr val="FFFFFF"/>
                </a:solidFill>
                <a:latin typeface="Black Han Sans"/>
              </a:rPr>
              <a:t>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44700" y="2032000"/>
            <a:ext cx="13347700" cy="4584700"/>
          </a:xfrm>
          <a:prstGeom prst="rect">
            <a:avLst/>
          </a:prstGeom>
        </p:spPr>
        <p:txBody>
          <a:bodyPr lIns="0" tIns="274791" rIns="0" bIns="274791" rtlCol="0" anchor="ctr"/>
          <a:lstStyle/>
          <a:p>
            <a:pPr lvl="0" algn="l">
              <a:lnSpc>
                <a:spcPct val="91299"/>
              </a:lnSpc>
            </a:pPr>
            <a:r>
              <a:rPr lang="ko-KR" altLang="en-US" sz="14424" b="0" i="0" u="none" strike="noStrike" spc="-433" dirty="0">
                <a:solidFill>
                  <a:srgbClr val="000000"/>
                </a:solidFill>
                <a:ea typeface="Black Han Sans"/>
              </a:rPr>
              <a:t>전통시장 쇼핑몰</a:t>
            </a:r>
            <a:endParaRPr lang="en-US" altLang="ko-KR" sz="14424" b="0" i="0" u="none" strike="noStrike" spc="-433" dirty="0">
              <a:solidFill>
                <a:srgbClr val="000000"/>
              </a:solidFill>
              <a:ea typeface="Black Han Sans"/>
            </a:endParaRPr>
          </a:p>
          <a:p>
            <a:pPr lvl="0" algn="l">
              <a:lnSpc>
                <a:spcPct val="91299"/>
              </a:lnSpc>
            </a:pPr>
            <a:r>
              <a:rPr lang="ko-KR" altLang="en-US" sz="9600" spc="-433" dirty="0">
                <a:solidFill>
                  <a:srgbClr val="000000"/>
                </a:solidFill>
                <a:ea typeface="Black Han Sans"/>
              </a:rPr>
              <a:t>프로젝트 계획서</a:t>
            </a:r>
            <a:endParaRPr lang="ko-KR" sz="9600" b="0" i="0" u="none" strike="noStrike" spc="-433" dirty="0">
              <a:solidFill>
                <a:srgbClr val="000000"/>
              </a:solidFill>
              <a:ea typeface="Black Han Sans"/>
            </a:endParaRP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120764D7-625B-176E-639F-6801A87C3674}"/>
              </a:ext>
            </a:extLst>
          </p:cNvPr>
          <p:cNvSpPr txBox="1"/>
          <p:nvPr/>
        </p:nvSpPr>
        <p:spPr>
          <a:xfrm>
            <a:off x="1422400" y="10896600"/>
            <a:ext cx="74549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개발자 </a:t>
            </a:r>
            <a:r>
              <a:rPr lang="ko-KR" altLang="en-US" sz="5600" b="0" i="0" u="none" strike="noStrike" dirty="0" err="1">
                <a:solidFill>
                  <a:srgbClr val="FFFFFF"/>
                </a:solidFill>
                <a:ea typeface="Black Han Sans"/>
              </a:rPr>
              <a:t>이동익</a:t>
            </a:r>
            <a:endParaRPr 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D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4749800"/>
            <a:ext cx="8559800" cy="855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538950" y="3704850"/>
            <a:ext cx="5281200" cy="43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420600" y="9880600"/>
            <a:ext cx="11391900" cy="3479800"/>
          </a:xfrm>
          <a:prstGeom prst="rect">
            <a:avLst/>
          </a:prstGeom>
        </p:spPr>
        <p:txBody>
          <a:bodyPr lIns="0" tIns="248442" rIns="0" bIns="248442" rtlCol="0" anchor="ctr"/>
          <a:lstStyle/>
          <a:p>
            <a:pPr lvl="0" algn="l">
              <a:lnSpc>
                <a:spcPct val="99600"/>
              </a:lnSpc>
            </a:pPr>
            <a:r>
              <a:rPr lang="en" sz="18500" b="0" i="0" u="none" strike="noStrike" spc="-196" dirty="0">
                <a:solidFill>
                  <a:srgbClr val="000000"/>
                </a:solidFill>
                <a:latin typeface="Black Han Sans"/>
              </a:rPr>
              <a:t>Contents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49000" y="939800"/>
            <a:ext cx="5041900" cy="609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66000"/>
              </a:lnSpc>
            </a:pPr>
            <a:r>
              <a:rPr lang="ko-KR" altLang="en-US" sz="5000" dirty="0">
                <a:solidFill>
                  <a:srgbClr val="000000"/>
                </a:solidFill>
                <a:ea typeface="Black Han Sans"/>
              </a:rPr>
              <a:t>프로젝트 개요</a:t>
            </a:r>
            <a:endParaRPr lang="ko-KR" sz="5000" b="0" i="0" u="none" strike="noStrike" dirty="0">
              <a:solidFill>
                <a:srgbClr val="000000"/>
              </a:solidFill>
              <a:ea typeface="Black Ha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37700" y="1016000"/>
            <a:ext cx="1473200" cy="1041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500" b="0" i="0" u="none" strike="noStrike" dirty="0">
                <a:solidFill>
                  <a:srgbClr val="37DECD"/>
                </a:solidFill>
                <a:latin typeface="Black Han Sans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9000" y="3086100"/>
            <a:ext cx="5245100" cy="609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66000"/>
              </a:lnSpc>
            </a:pPr>
            <a:r>
              <a:rPr lang="ko-KR" altLang="en-US" sz="5000" dirty="0">
                <a:solidFill>
                  <a:srgbClr val="000000"/>
                </a:solidFill>
                <a:ea typeface="Black Han Sans"/>
              </a:rPr>
              <a:t>제작 일정</a:t>
            </a:r>
            <a:endParaRPr lang="ko-KR" sz="5000" b="0" i="0" u="none" strike="noStrike" dirty="0">
              <a:solidFill>
                <a:srgbClr val="000000"/>
              </a:solidFill>
              <a:ea typeface="Black Ha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37700" y="3162300"/>
            <a:ext cx="1473200" cy="1041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500" b="0" i="0" u="none" strike="noStrike" dirty="0">
                <a:solidFill>
                  <a:srgbClr val="37DECD"/>
                </a:solidFill>
                <a:latin typeface="Black Han Sans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49000" y="5283200"/>
            <a:ext cx="5372100" cy="609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66000"/>
              </a:lnSpc>
            </a:pPr>
            <a:r>
              <a:rPr lang="ko-KR" altLang="en-US" sz="5000" dirty="0">
                <a:solidFill>
                  <a:srgbClr val="000000"/>
                </a:solidFill>
                <a:ea typeface="Black Han Sans"/>
              </a:rPr>
              <a:t>기능 흐름도</a:t>
            </a:r>
            <a:endParaRPr lang="en-US" altLang="ko-KR" sz="5000" dirty="0">
              <a:solidFill>
                <a:srgbClr val="000000"/>
              </a:solidFill>
              <a:ea typeface="Black Ha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537700" y="5359400"/>
            <a:ext cx="1473200" cy="1041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500" b="0" i="0" u="none" strike="noStrike" dirty="0">
                <a:solidFill>
                  <a:srgbClr val="37DECD"/>
                </a:solidFill>
                <a:latin typeface="Black Han Sans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669000" y="990600"/>
            <a:ext cx="5245100" cy="609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66000"/>
              </a:lnSpc>
            </a:pPr>
            <a:r>
              <a:rPr lang="ko-KR" altLang="en-US" sz="5000" dirty="0">
                <a:solidFill>
                  <a:srgbClr val="000000"/>
                </a:solidFill>
                <a:ea typeface="Black Han Sans"/>
              </a:rPr>
              <a:t>시스템 구상</a:t>
            </a:r>
            <a:endParaRPr lang="ko-KR" sz="5000" b="0" i="0" u="none" strike="noStrike" dirty="0">
              <a:solidFill>
                <a:srgbClr val="000000"/>
              </a:solidFill>
              <a:ea typeface="Black Ha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211050" y="1119600"/>
            <a:ext cx="1473200" cy="1041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500" b="0" i="0" u="none" strike="noStrike" dirty="0">
                <a:solidFill>
                  <a:srgbClr val="37DECD"/>
                </a:solidFill>
                <a:latin typeface="Black Han Sans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592800" y="3124200"/>
            <a:ext cx="3810000" cy="609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66000"/>
              </a:lnSpc>
            </a:pPr>
            <a:r>
              <a:rPr lang="ko-KR" altLang="en-US" sz="5000" dirty="0">
                <a:solidFill>
                  <a:srgbClr val="000000"/>
                </a:solidFill>
                <a:ea typeface="Black Han Sans"/>
              </a:rPr>
              <a:t>스토리 보드</a:t>
            </a:r>
            <a:endParaRPr lang="ko-KR" sz="5000" b="0" i="0" u="none" strike="noStrike" dirty="0">
              <a:solidFill>
                <a:srgbClr val="000000"/>
              </a:solidFill>
              <a:ea typeface="Black Ha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213036" y="3225800"/>
            <a:ext cx="1473200" cy="1041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500" b="0" i="0" u="none" strike="noStrike" dirty="0">
                <a:solidFill>
                  <a:srgbClr val="37DECD"/>
                </a:solidFill>
                <a:latin typeface="Black Han Sans"/>
              </a:rPr>
              <a:t>05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516600" y="5334000"/>
            <a:ext cx="5580400" cy="609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66000"/>
              </a:lnSpc>
            </a:pPr>
            <a:r>
              <a:rPr lang="ko-KR" altLang="en-US" sz="5000" b="0" i="0" u="none" strike="noStrike" dirty="0">
                <a:solidFill>
                  <a:srgbClr val="000000"/>
                </a:solidFill>
                <a:ea typeface="Black Han Sans"/>
              </a:rPr>
              <a:t>확장방향 및 기대효과</a:t>
            </a:r>
            <a:endParaRPr lang="ko-KR" sz="5000" b="0" i="0" u="none" strike="noStrike" dirty="0">
              <a:solidFill>
                <a:srgbClr val="000000"/>
              </a:solidFill>
              <a:ea typeface="Black Ha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241611" y="5395687"/>
            <a:ext cx="1536700" cy="1041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500" b="0" i="0" u="none" strike="noStrike" dirty="0">
                <a:solidFill>
                  <a:srgbClr val="37DECD"/>
                </a:solidFill>
                <a:latin typeface="Black Han Sans"/>
              </a:rPr>
              <a:t>06</a:t>
            </a: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5C09C11A-B7A4-F628-4DFA-77DF54DBF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4221200" y="3738600"/>
            <a:ext cx="5281200" cy="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D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9800" y="6858000"/>
            <a:ext cx="7277100" cy="5245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150" y="6858000"/>
            <a:ext cx="7277100" cy="5245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4000500"/>
            <a:ext cx="3733800" cy="3733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0" y="4038600"/>
            <a:ext cx="3733800" cy="373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432300"/>
            <a:ext cx="1295400" cy="129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33800" y="4432300"/>
            <a:ext cx="1397000" cy="1397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118100" y="6121400"/>
            <a:ext cx="3873500" cy="6604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733" dirty="0">
                <a:solidFill>
                  <a:srgbClr val="000000"/>
                </a:solidFill>
                <a:latin typeface="Black Han Sans"/>
                <a:ea typeface="Black Han Sans"/>
              </a:rPr>
              <a:t>프로젝트</a:t>
            </a:r>
            <a:r>
              <a:rPr lang="en-US" sz="3733" b="0" i="0" u="none" strike="noStrike" dirty="0">
                <a:solidFill>
                  <a:srgbClr val="000000"/>
                </a:solidFill>
                <a:latin typeface="Black Han Sans"/>
              </a:rPr>
              <a:t> </a:t>
            </a:r>
            <a:r>
              <a:rPr lang="ko-KR" sz="3733" b="0" i="0" u="none" strike="noStrike" dirty="0">
                <a:solidFill>
                  <a:srgbClr val="000000"/>
                </a:solidFill>
                <a:ea typeface="Black Han Sans"/>
              </a:rPr>
              <a:t>목표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62400" y="8229600"/>
            <a:ext cx="5867400" cy="29210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l">
              <a:lnSpc>
                <a:spcPct val="124499"/>
              </a:lnSpc>
              <a:buFont typeface="Wingdings" panose="05000000000000000000" pitchFamily="2" charset="2"/>
              <a:buChar char="l"/>
            </a:pPr>
            <a:r>
              <a:rPr lang="ko-KR" altLang="en-US" sz="3066" b="0" i="0" u="none" strike="noStrike" dirty="0">
                <a:solidFill>
                  <a:srgbClr val="000000"/>
                </a:solidFill>
                <a:ea typeface="Black Han Sans"/>
              </a:rPr>
              <a:t>전통시장의 디지털 전환을 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Black Han Sans"/>
                <a:ea typeface="Black Han Sans"/>
              </a:rPr>
              <a:t>통한 </a:t>
            </a:r>
            <a:endParaRPr lang="en-US" altLang="ko-KR" sz="3066" b="0" i="0" u="none" strike="noStrike" dirty="0">
              <a:solidFill>
                <a:srgbClr val="000000"/>
              </a:solidFill>
              <a:latin typeface="Black Han Sans"/>
              <a:ea typeface="Black Han Sans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3066" b="0" i="0" u="none" strike="noStrike" dirty="0">
                <a:solidFill>
                  <a:srgbClr val="000000"/>
                </a:solidFill>
                <a:latin typeface="Black Han Sans"/>
                <a:ea typeface="Black Han Sans"/>
              </a:rPr>
              <a:t>    온라인 쇼핑몰 구축 </a:t>
            </a:r>
            <a:endParaRPr lang="en-US" altLang="ko-KR" sz="3066" dirty="0">
              <a:solidFill>
                <a:srgbClr val="000000"/>
              </a:solidFill>
              <a:latin typeface="Black Han Sans"/>
              <a:ea typeface="Black Han Sans"/>
            </a:endParaRPr>
          </a:p>
          <a:p>
            <a:pPr marL="457200" lvl="0" indent="-457200" algn="l">
              <a:lnSpc>
                <a:spcPct val="124499"/>
              </a:lnSpc>
              <a:buFont typeface="Wingdings" panose="05000000000000000000" pitchFamily="2" charset="2"/>
              <a:buChar char="l"/>
            </a:pPr>
            <a:r>
              <a:rPr lang="ko-KR" altLang="en-US" sz="3066" dirty="0">
                <a:solidFill>
                  <a:srgbClr val="000000"/>
                </a:solidFill>
                <a:latin typeface="Black Han Sans"/>
                <a:ea typeface="Black Han Sans"/>
              </a:rPr>
              <a:t>지역 전통시장과 소상공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Black Han Sans"/>
                <a:ea typeface="Black Han Sans"/>
              </a:rPr>
              <a:t>인을 위한 통합 전자상거래 </a:t>
            </a:r>
            <a:r>
              <a:rPr lang="ko-KR" altLang="en-US" sz="3066" dirty="0" err="1">
                <a:solidFill>
                  <a:srgbClr val="000000"/>
                </a:solidFill>
                <a:latin typeface="Black Han Sans"/>
                <a:ea typeface="Black Han Sans"/>
              </a:rPr>
              <a:t>틀렛폼</a:t>
            </a:r>
            <a:endParaRPr lang="en-US" altLang="ko-KR" sz="3066" b="0" i="0" u="none" strike="noStrike" dirty="0">
              <a:solidFill>
                <a:srgbClr val="000000"/>
              </a:solidFill>
              <a:latin typeface="Black Han Sans"/>
              <a:ea typeface="Black Han Sans"/>
            </a:endParaRPr>
          </a:p>
          <a:p>
            <a:pPr lvl="0" algn="l">
              <a:lnSpc>
                <a:spcPct val="124499"/>
              </a:lnSpc>
            </a:pPr>
            <a:endParaRPr lang="en-US" sz="3066" dirty="0">
              <a:solidFill>
                <a:srgbClr val="000000"/>
              </a:solidFill>
              <a:latin typeface="Black Han Sans"/>
              <a:ea typeface="Black Han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214600" y="6159500"/>
            <a:ext cx="3835400" cy="6604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733" dirty="0">
                <a:solidFill>
                  <a:srgbClr val="000000"/>
                </a:solidFill>
                <a:latin typeface="Black Han Sans"/>
                <a:ea typeface="Black Han Sans"/>
              </a:rPr>
              <a:t>프로젝트</a:t>
            </a:r>
            <a:r>
              <a:rPr lang="en-US" sz="3733" b="0" i="0" u="none" strike="noStrike" dirty="0">
                <a:solidFill>
                  <a:srgbClr val="000000"/>
                </a:solidFill>
                <a:latin typeface="Black Han Sans"/>
              </a:rPr>
              <a:t> </a:t>
            </a:r>
            <a:r>
              <a:rPr lang="ko-KR" sz="3733" b="0" i="0" u="none" strike="noStrike" dirty="0">
                <a:solidFill>
                  <a:srgbClr val="000000"/>
                </a:solidFill>
                <a:ea typeface="Black Han Sans"/>
              </a:rPr>
              <a:t>목적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39900" y="8267700"/>
            <a:ext cx="5753100" cy="22987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l">
              <a:lnSpc>
                <a:spcPct val="124499"/>
              </a:lnSpc>
              <a:buFont typeface="Wingdings" panose="05000000000000000000" pitchFamily="2" charset="2"/>
              <a:buChar char="l"/>
            </a:pPr>
            <a:r>
              <a:rPr lang="ko-KR" altLang="en-US" sz="3066" b="0" i="0" u="none" strike="noStrike" dirty="0">
                <a:solidFill>
                  <a:srgbClr val="000000"/>
                </a:solidFill>
                <a:ea typeface="Black Han Sans"/>
              </a:rPr>
              <a:t>전통시장 활성화 및 상인 수익 증대</a:t>
            </a:r>
            <a:endParaRPr lang="en-US" altLang="ko-KR" sz="3066" b="0" i="0" u="none" strike="noStrike" dirty="0">
              <a:solidFill>
                <a:srgbClr val="000000"/>
              </a:solidFill>
              <a:ea typeface="Black Han Sans"/>
            </a:endParaRPr>
          </a:p>
          <a:p>
            <a:pPr marL="457200" lvl="0" indent="-457200" algn="l">
              <a:lnSpc>
                <a:spcPct val="124499"/>
              </a:lnSpc>
              <a:buFont typeface="Wingdings" panose="05000000000000000000" pitchFamily="2" charset="2"/>
              <a:buChar char="l"/>
            </a:pPr>
            <a:r>
              <a:rPr lang="ko-KR" altLang="en-US" sz="3066" dirty="0">
                <a:solidFill>
                  <a:srgbClr val="000000"/>
                </a:solidFill>
                <a:latin typeface="Black Han Sans"/>
                <a:ea typeface="Black Han Sans"/>
              </a:rPr>
              <a:t>소비자 편의성 향상</a:t>
            </a:r>
            <a:endParaRPr lang="en-US" altLang="ko-KR" sz="3066" dirty="0">
              <a:solidFill>
                <a:srgbClr val="000000"/>
              </a:solidFill>
              <a:latin typeface="Black Han Sans"/>
              <a:ea typeface="Black Han Sans"/>
            </a:endParaRPr>
          </a:p>
          <a:p>
            <a:pPr marL="457200" lvl="0" indent="-457200" algn="l">
              <a:lnSpc>
                <a:spcPct val="124499"/>
              </a:lnSpc>
              <a:buFont typeface="Wingdings" panose="05000000000000000000" pitchFamily="2" charset="2"/>
              <a:buChar char="l"/>
            </a:pPr>
            <a:r>
              <a:rPr lang="ko-KR" altLang="en-US" sz="3066" b="0" i="0" u="none" strike="noStrike" dirty="0">
                <a:solidFill>
                  <a:srgbClr val="000000"/>
                </a:solidFill>
                <a:latin typeface="Black Han Sans"/>
                <a:ea typeface="Black Han Sans"/>
              </a:rPr>
              <a:t>지역 경제 발전 기여</a:t>
            </a:r>
            <a:endParaRPr lang="en-US" sz="3066" b="0" i="0" u="none" strike="noStrike" dirty="0">
              <a:solidFill>
                <a:srgbClr val="000000"/>
              </a:solidFill>
              <a:latin typeface="Black Han Sans"/>
            </a:endParaRPr>
          </a:p>
          <a:p>
            <a:pPr lvl="0" algn="l">
              <a:lnSpc>
                <a:spcPct val="1244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Black Han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22400" y="571500"/>
            <a:ext cx="74549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프로젝트 개요</a:t>
            </a:r>
            <a:endParaRPr 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D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422400" y="571500"/>
            <a:ext cx="74549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dirty="0">
                <a:solidFill>
                  <a:srgbClr val="FFFFFF"/>
                </a:solidFill>
                <a:ea typeface="Black Han Sans"/>
              </a:rPr>
              <a:t>제작 일정</a:t>
            </a:r>
            <a:endParaRPr 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4BE8905-4F74-7CB7-5C2F-50B1744103C6}"/>
              </a:ext>
            </a:extLst>
          </p:cNvPr>
          <p:cNvSpPr/>
          <p:nvPr/>
        </p:nvSpPr>
        <p:spPr>
          <a:xfrm>
            <a:off x="1066800" y="2667000"/>
            <a:ext cx="21869400" cy="9438604"/>
          </a:xfrm>
          <a:prstGeom prst="roundRect">
            <a:avLst>
              <a:gd name="adj" fmla="val 3006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DA30ABA-4223-E869-9B0C-9D28B2E98A12}"/>
              </a:ext>
            </a:extLst>
          </p:cNvPr>
          <p:cNvSpPr/>
          <p:nvPr/>
        </p:nvSpPr>
        <p:spPr>
          <a:xfrm>
            <a:off x="1652588" y="3671487"/>
            <a:ext cx="21111782" cy="773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3200" dirty="0">
                <a:solidFill>
                  <a:srgbClr val="5A6C7D"/>
                </a:solidFill>
                <a:latin typeface="Arial" pitchFamily="34" charset="0"/>
                <a:ea typeface="Black Han Sans" pitchFamily="2" charset="-127"/>
                <a:cs typeface="Arial" pitchFamily="34" charset="-120"/>
              </a:rPr>
              <a:t>프로젝트 기간: 2025.10.30 - 2025.11.18 </a:t>
            </a:r>
            <a:endParaRPr lang="en-US" sz="3200" dirty="0">
              <a:ea typeface="Black Han Sans" pitchFamily="2" charset="-12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96D500-15F4-7815-7DB9-FCCCDC053F97}"/>
              </a:ext>
            </a:extLst>
          </p:cNvPr>
          <p:cNvSpPr/>
          <p:nvPr/>
        </p:nvSpPr>
        <p:spPr>
          <a:xfrm>
            <a:off x="1652588" y="6035720"/>
            <a:ext cx="3913724" cy="59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Black Han Sans" pitchFamily="2" charset="-127"/>
                <a:cs typeface="Arial" pitchFamily="34" charset="-120"/>
              </a:rPr>
              <a:t>프로젝트 기획 및 설계</a:t>
            </a:r>
            <a:endParaRPr lang="en-US" sz="2000" dirty="0">
              <a:ea typeface="Black Han Sans" pitchFamily="2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3C591B-D1B7-4CB0-2934-5EDC77334E49}"/>
              </a:ext>
            </a:extLst>
          </p:cNvPr>
          <p:cNvSpPr/>
          <p:nvPr/>
        </p:nvSpPr>
        <p:spPr>
          <a:xfrm>
            <a:off x="5276197" y="5791200"/>
            <a:ext cx="2578555" cy="578364"/>
          </a:xfrm>
          <a:prstGeom prst="roundRect">
            <a:avLst>
              <a:gd name="adj" fmla="val 18750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71A134F-6494-6C56-0B21-B0CC2E143A04}"/>
              </a:ext>
            </a:extLst>
          </p:cNvPr>
          <p:cNvSpPr/>
          <p:nvPr/>
        </p:nvSpPr>
        <p:spPr>
          <a:xfrm>
            <a:off x="1652588" y="6840113"/>
            <a:ext cx="3913724" cy="59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Black Han Sans" pitchFamily="2" charset="-127"/>
                <a:cs typeface="Arial" pitchFamily="34" charset="-120"/>
              </a:rPr>
              <a:t>DB 설계 및 구축</a:t>
            </a:r>
            <a:endParaRPr lang="en-US" sz="2000" dirty="0">
              <a:ea typeface="Black Han Sans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EAE5723-20F6-85BF-CD47-DD7FAE0E0DE9}"/>
              </a:ext>
            </a:extLst>
          </p:cNvPr>
          <p:cNvSpPr/>
          <p:nvPr/>
        </p:nvSpPr>
        <p:spPr>
          <a:xfrm>
            <a:off x="7869992" y="6553200"/>
            <a:ext cx="2417008" cy="636348"/>
          </a:xfrm>
          <a:prstGeom prst="roundRect">
            <a:avLst>
              <a:gd name="adj" fmla="val 1875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6849A89-7F3D-ACE9-031E-587D08C71A0C}"/>
              </a:ext>
            </a:extLst>
          </p:cNvPr>
          <p:cNvSpPr/>
          <p:nvPr/>
        </p:nvSpPr>
        <p:spPr>
          <a:xfrm>
            <a:off x="1652588" y="7644507"/>
            <a:ext cx="3913724" cy="59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ko-KR" altLang="en-US" sz="2000" dirty="0">
                <a:solidFill>
                  <a:srgbClr val="2C3E50"/>
                </a:solidFill>
                <a:latin typeface="Arial" pitchFamily="34" charset="0"/>
                <a:ea typeface="Black Han Sans" pitchFamily="2" charset="-127"/>
                <a:cs typeface="Arial" pitchFamily="34" charset="-120"/>
              </a:rPr>
              <a:t>각 기능 테스트 클래스 구축</a:t>
            </a:r>
            <a:endParaRPr lang="en-US" sz="2000" dirty="0">
              <a:ea typeface="Black Han Sans" pitchFamily="2" charset="-12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B908B41-8DCE-CC1B-3F55-405BEF5A71CC}"/>
              </a:ext>
            </a:extLst>
          </p:cNvPr>
          <p:cNvSpPr/>
          <p:nvPr/>
        </p:nvSpPr>
        <p:spPr>
          <a:xfrm>
            <a:off x="12813030" y="8099422"/>
            <a:ext cx="2426970" cy="663578"/>
          </a:xfrm>
          <a:prstGeom prst="roundRect">
            <a:avLst>
              <a:gd name="adj" fmla="val 1875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A84A58-34D3-9DDC-3280-56BD3B052DF5}"/>
              </a:ext>
            </a:extLst>
          </p:cNvPr>
          <p:cNvSpPr/>
          <p:nvPr/>
        </p:nvSpPr>
        <p:spPr>
          <a:xfrm>
            <a:off x="1652588" y="8448905"/>
            <a:ext cx="3913724" cy="59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ko-KR" altLang="en-US" sz="2000" dirty="0">
                <a:solidFill>
                  <a:srgbClr val="2C3E50"/>
                </a:solidFill>
                <a:latin typeface="Arial" pitchFamily="34" charset="0"/>
                <a:ea typeface="Black Han Sans" pitchFamily="2" charset="-127"/>
                <a:cs typeface="Arial" pitchFamily="34" charset="-120"/>
              </a:rPr>
              <a:t>각 기능 서비스 및 컨트롤러 등 구축</a:t>
            </a:r>
            <a:endParaRPr lang="en-US" sz="2000" dirty="0">
              <a:ea typeface="Black Han Sans" pitchFamily="2" charset="-12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AE9339-5952-BC10-8136-C9D2A423EAAE}"/>
              </a:ext>
            </a:extLst>
          </p:cNvPr>
          <p:cNvSpPr/>
          <p:nvPr/>
        </p:nvSpPr>
        <p:spPr>
          <a:xfrm>
            <a:off x="10317480" y="7391400"/>
            <a:ext cx="2484120" cy="595290"/>
          </a:xfrm>
          <a:prstGeom prst="roundRect">
            <a:avLst>
              <a:gd name="adj" fmla="val 18750"/>
            </a:avLst>
          </a:prstGeom>
          <a:solidFill>
            <a:srgbClr val="7FBD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82A3A02-8671-303B-67FC-BB6190F0EF3A}"/>
              </a:ext>
            </a:extLst>
          </p:cNvPr>
          <p:cNvSpPr/>
          <p:nvPr/>
        </p:nvSpPr>
        <p:spPr>
          <a:xfrm>
            <a:off x="1652588" y="9253298"/>
            <a:ext cx="3913724" cy="59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ko-KR" altLang="en-US" sz="2000" dirty="0">
                <a:solidFill>
                  <a:srgbClr val="2C3E50"/>
                </a:solidFill>
                <a:latin typeface="Arial" pitchFamily="34" charset="0"/>
                <a:ea typeface="Black Han Sans" pitchFamily="2" charset="-127"/>
                <a:cs typeface="Arial" pitchFamily="34" charset="-120"/>
              </a:rPr>
              <a:t>각 기능 뷰 화면 구축</a:t>
            </a:r>
            <a:endParaRPr lang="en-US" sz="2000" dirty="0">
              <a:ea typeface="Black Han Sans" pitchFamily="2" charset="-127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668C20F1-0E9A-5D3D-9806-B5F09BC0773A}"/>
              </a:ext>
            </a:extLst>
          </p:cNvPr>
          <p:cNvSpPr/>
          <p:nvPr/>
        </p:nvSpPr>
        <p:spPr>
          <a:xfrm>
            <a:off x="1652588" y="10057692"/>
            <a:ext cx="3913724" cy="59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ko-KR" altLang="en-US" sz="2000" dirty="0">
                <a:solidFill>
                  <a:srgbClr val="2C3E50"/>
                </a:solidFill>
                <a:latin typeface="Arial" pitchFamily="34" charset="0"/>
                <a:ea typeface="Black Han Sans" pitchFamily="2" charset="-127"/>
                <a:cs typeface="Arial" pitchFamily="34" charset="-120"/>
              </a:rPr>
              <a:t>단위 테스트</a:t>
            </a:r>
            <a:endParaRPr lang="en-US" sz="2000" dirty="0">
              <a:ea typeface="Black Han Sans" pitchFamily="2" charset="-127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489CB015-525F-EB81-A94B-100E5E330D80}"/>
              </a:ext>
            </a:extLst>
          </p:cNvPr>
          <p:cNvSpPr/>
          <p:nvPr/>
        </p:nvSpPr>
        <p:spPr>
          <a:xfrm>
            <a:off x="1652588" y="10862086"/>
            <a:ext cx="3913724" cy="59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ko-KR" altLang="en-US" sz="2000" dirty="0">
                <a:solidFill>
                  <a:srgbClr val="2C3E50"/>
                </a:solidFill>
                <a:latin typeface="Arial" pitchFamily="34" charset="0"/>
                <a:ea typeface="Black Han Sans" pitchFamily="2" charset="-127"/>
                <a:cs typeface="Arial" pitchFamily="34" charset="-120"/>
              </a:rPr>
              <a:t>통합 테스트 밑 유지보수</a:t>
            </a:r>
            <a:endParaRPr lang="en-US" sz="2000" dirty="0">
              <a:ea typeface="Black Han Sans" pitchFamily="2" charset="-127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86AAA3C9-8879-A321-F19E-2988BEF69492}"/>
              </a:ext>
            </a:extLst>
          </p:cNvPr>
          <p:cNvSpPr/>
          <p:nvPr/>
        </p:nvSpPr>
        <p:spPr>
          <a:xfrm>
            <a:off x="17724249" y="10430142"/>
            <a:ext cx="4922434" cy="618858"/>
          </a:xfrm>
          <a:prstGeom prst="roundRect">
            <a:avLst>
              <a:gd name="adj" fmla="val 1875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3A5BAC99-5FE8-332E-DD17-4801DF883598}"/>
              </a:ext>
            </a:extLst>
          </p:cNvPr>
          <p:cNvSpPr/>
          <p:nvPr/>
        </p:nvSpPr>
        <p:spPr>
          <a:xfrm>
            <a:off x="1652588" y="11429999"/>
            <a:ext cx="20826412" cy="12419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410F13E-1E42-CC89-E363-2A31F46777B1}"/>
              </a:ext>
            </a:extLst>
          </p:cNvPr>
          <p:cNvSpPr/>
          <p:nvPr/>
        </p:nvSpPr>
        <p:spPr>
          <a:xfrm>
            <a:off x="15239999" y="8812455"/>
            <a:ext cx="2568979" cy="636345"/>
          </a:xfrm>
          <a:prstGeom prst="roundRect">
            <a:avLst>
              <a:gd name="adj" fmla="val 1875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84FDCA4B-416C-58D2-5ED2-E1BED7AFA27A}"/>
              </a:ext>
            </a:extLst>
          </p:cNvPr>
          <p:cNvSpPr/>
          <p:nvPr/>
        </p:nvSpPr>
        <p:spPr>
          <a:xfrm>
            <a:off x="7869992" y="9563274"/>
            <a:ext cx="9938987" cy="636344"/>
          </a:xfrm>
          <a:prstGeom prst="roundRect">
            <a:avLst>
              <a:gd name="adj" fmla="val 1875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4C735B2-B7C6-C0AF-B76D-F8EC90E57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42203"/>
              </p:ext>
            </p:extLst>
          </p:nvPr>
        </p:nvGraphicFramePr>
        <p:xfrm>
          <a:off x="5289352" y="4524195"/>
          <a:ext cx="17442054" cy="8481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0574">
                  <a:extLst>
                    <a:ext uri="{9D8B030D-6E8A-4147-A177-3AD203B41FA5}">
                      <a16:colId xmlns:a16="http://schemas.microsoft.com/office/drawing/2014/main" val="1525493037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3327253222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1859471558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925703666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378905151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813199257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352241544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3089324326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1895265390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2622415252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2772661782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4025991163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693712423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2055657106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3617425744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640225785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1193574601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2919121591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914473086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2005785603"/>
                    </a:ext>
                  </a:extLst>
                </a:gridCol>
                <a:gridCol w="830574">
                  <a:extLst>
                    <a:ext uri="{9D8B030D-6E8A-4147-A177-3AD203B41FA5}">
                      <a16:colId xmlns:a16="http://schemas.microsoft.com/office/drawing/2014/main" val="583848182"/>
                    </a:ext>
                  </a:extLst>
                </a:gridCol>
              </a:tblGrid>
              <a:tr h="8481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/30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/31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/01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/02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/03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/04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/05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/06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/07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/08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/09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/10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/11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/12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/13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/14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/15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/16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/17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/18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이후</a:t>
                      </a:r>
                      <a:endParaRPr lang="ko-KR" altLang="en-US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a typeface="Black Han Sans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6794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D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5"/>
          <p:cNvSpPr txBox="1"/>
          <p:nvPr/>
        </p:nvSpPr>
        <p:spPr>
          <a:xfrm>
            <a:off x="1422400" y="571500"/>
            <a:ext cx="74549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기능 흐름도</a:t>
            </a:r>
            <a:endParaRPr 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87" name="Text 3">
            <a:extLst>
              <a:ext uri="{FF2B5EF4-FFF2-40B4-BE49-F238E27FC236}">
                <a16:creationId xmlns:a16="http://schemas.microsoft.com/office/drawing/2014/main" id="{DA88FA6A-4D08-3709-D026-9A21203E9516}"/>
              </a:ext>
            </a:extLst>
          </p:cNvPr>
          <p:cNvSpPr/>
          <p:nvPr/>
        </p:nvSpPr>
        <p:spPr>
          <a:xfrm>
            <a:off x="3527483" y="3594170"/>
            <a:ext cx="494126" cy="543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2000" dirty="0">
              <a:ea typeface="Black Han Sans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2BE6A1-AEBC-E5C6-D13D-C63917C81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819400"/>
            <a:ext cx="23393400" cy="101949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7C326C-1CC1-0947-3054-C0C70283B3C9}"/>
              </a:ext>
            </a:extLst>
          </p:cNvPr>
          <p:cNvSpPr txBox="1"/>
          <p:nvPr/>
        </p:nvSpPr>
        <p:spPr>
          <a:xfrm>
            <a:off x="1981200" y="3229477"/>
            <a:ext cx="9067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각 회원 등급별로 적용되는 기능 분할</a:t>
            </a:r>
            <a:endParaRPr lang="en-US" altLang="ko-KR" sz="3200" dirty="0"/>
          </a:p>
          <a:p>
            <a:pPr marL="457200" indent="-457200">
              <a:buFontTx/>
              <a:buChar char="-"/>
            </a:pPr>
            <a:r>
              <a:rPr lang="ko-KR" altLang="en-US" sz="3200" dirty="0"/>
              <a:t>구매자 </a:t>
            </a:r>
            <a:r>
              <a:rPr lang="en-US" altLang="ko-KR" sz="3200" dirty="0"/>
              <a:t>: </a:t>
            </a:r>
            <a:r>
              <a:rPr lang="ko-KR" altLang="en-US" sz="3200" dirty="0"/>
              <a:t>시장</a:t>
            </a:r>
            <a:r>
              <a:rPr lang="en-US" altLang="ko-KR" sz="3200" dirty="0"/>
              <a:t>/</a:t>
            </a:r>
            <a:r>
              <a:rPr lang="ko-KR" altLang="en-US" sz="3200" dirty="0"/>
              <a:t>가게 탐색</a:t>
            </a:r>
            <a:r>
              <a:rPr lang="en-US" altLang="ko-KR" sz="3200" dirty="0"/>
              <a:t>, </a:t>
            </a:r>
            <a:r>
              <a:rPr lang="ko-KR" altLang="en-US" sz="3200" dirty="0"/>
              <a:t>쇼핑</a:t>
            </a:r>
            <a:r>
              <a:rPr lang="en-US" altLang="ko-KR" sz="3200" dirty="0"/>
              <a:t>, </a:t>
            </a:r>
            <a:r>
              <a:rPr lang="ko-KR" altLang="en-US" sz="3200" dirty="0"/>
              <a:t>커뮤니티</a:t>
            </a:r>
            <a:endParaRPr lang="en-US" altLang="ko-KR" sz="3200" dirty="0"/>
          </a:p>
          <a:p>
            <a:pPr marL="457200" indent="-457200">
              <a:buFontTx/>
              <a:buChar char="-"/>
            </a:pPr>
            <a:r>
              <a:rPr lang="ko-KR" altLang="en-US" sz="3200" dirty="0"/>
              <a:t>판매자 </a:t>
            </a:r>
            <a:r>
              <a:rPr lang="en-US" altLang="ko-KR" sz="3200" dirty="0"/>
              <a:t>: </a:t>
            </a:r>
            <a:r>
              <a:rPr lang="ko-KR" altLang="en-US" sz="3200" dirty="0"/>
              <a:t>가게</a:t>
            </a:r>
            <a:r>
              <a:rPr lang="en-US" altLang="ko-KR" sz="3200" dirty="0"/>
              <a:t>/</a:t>
            </a:r>
            <a:r>
              <a:rPr lang="ko-KR" altLang="en-US" sz="3200" dirty="0"/>
              <a:t>상품</a:t>
            </a:r>
            <a:r>
              <a:rPr lang="en-US" altLang="ko-KR" sz="3200" dirty="0"/>
              <a:t>/</a:t>
            </a:r>
            <a:r>
              <a:rPr lang="ko-KR" altLang="en-US" sz="3200" dirty="0"/>
              <a:t>주문관리</a:t>
            </a:r>
            <a:endParaRPr lang="en-US" altLang="ko-KR" sz="3200" dirty="0"/>
          </a:p>
          <a:p>
            <a:pPr marL="457200" indent="-457200">
              <a:buFontTx/>
              <a:buChar char="-"/>
            </a:pPr>
            <a:r>
              <a:rPr lang="ko-KR" altLang="en-US" sz="3200" dirty="0"/>
              <a:t>관리자 </a:t>
            </a:r>
            <a:r>
              <a:rPr lang="en-US" altLang="ko-KR" sz="3200" dirty="0"/>
              <a:t>: </a:t>
            </a:r>
            <a:r>
              <a:rPr lang="ko-KR" altLang="en-US" sz="3200" dirty="0"/>
              <a:t>시장</a:t>
            </a:r>
            <a:r>
              <a:rPr lang="en-US" altLang="ko-KR" sz="3200" dirty="0"/>
              <a:t>/</a:t>
            </a:r>
            <a:r>
              <a:rPr lang="ko-KR" altLang="en-US" sz="3200" dirty="0"/>
              <a:t>가게</a:t>
            </a:r>
            <a:r>
              <a:rPr lang="en-US" altLang="ko-KR" sz="3200" dirty="0"/>
              <a:t>/</a:t>
            </a:r>
            <a:r>
              <a:rPr lang="ko-KR" altLang="en-US" sz="3200" dirty="0"/>
              <a:t>상품</a:t>
            </a:r>
            <a:r>
              <a:rPr lang="en-US" altLang="ko-KR" sz="3200" dirty="0"/>
              <a:t>/</a:t>
            </a:r>
            <a:r>
              <a:rPr lang="ko-KR" altLang="en-US" sz="3200" dirty="0"/>
              <a:t>가게 전반전인 기능 관리</a:t>
            </a:r>
            <a:endParaRPr lang="en-US" altLang="ko-KR" sz="3200" dirty="0"/>
          </a:p>
          <a:p>
            <a:pPr marL="457200" indent="-457200">
              <a:buFontTx/>
              <a:buChar char="-"/>
            </a:pPr>
            <a:r>
              <a:rPr lang="ko-KR" altLang="en-US" sz="3200" dirty="0"/>
              <a:t>비회원 </a:t>
            </a:r>
            <a:r>
              <a:rPr lang="en-US" altLang="ko-KR" sz="3200" dirty="0"/>
              <a:t>: </a:t>
            </a:r>
            <a:r>
              <a:rPr lang="ko-KR" altLang="en-US" sz="3200" dirty="0"/>
              <a:t>시장</a:t>
            </a:r>
            <a:r>
              <a:rPr lang="en-US" altLang="ko-KR" sz="3200" dirty="0"/>
              <a:t>/</a:t>
            </a:r>
            <a:r>
              <a:rPr lang="ko-KR" altLang="en-US" sz="3200" dirty="0"/>
              <a:t>가게</a:t>
            </a:r>
            <a:r>
              <a:rPr lang="en-US" altLang="ko-KR" sz="3200" dirty="0"/>
              <a:t>/</a:t>
            </a:r>
            <a:r>
              <a:rPr lang="ko-KR" altLang="en-US" sz="3200" dirty="0"/>
              <a:t>상품 검색만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DE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1422400" y="571500"/>
            <a:ext cx="74549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시스템 구상</a:t>
            </a:r>
            <a:endParaRPr 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80CDF8-76A0-8370-9449-9EA45ED1F41D}"/>
              </a:ext>
            </a:extLst>
          </p:cNvPr>
          <p:cNvSpPr/>
          <p:nvPr/>
        </p:nvSpPr>
        <p:spPr>
          <a:xfrm>
            <a:off x="990600" y="6019800"/>
            <a:ext cx="762000" cy="434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D5E63FF-ECC2-E34C-D3B6-B8867F89D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209411"/>
            <a:ext cx="22174200" cy="115065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5ED40-5401-9BAF-0F7D-D811655F9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AC9A46C-8B1B-0133-CB95-2C994B252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06E93423-E771-A487-18EF-72B9D175F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A8876723-C578-8AC0-5144-4BDFC6C42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79F0AF5B-70FB-BCF5-9176-2C6B9293D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61E9AA2E-9E2F-6785-DD12-675F374BF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38A1EBB1-E99C-3865-97DE-27F6F97768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D782FD4E-BBCA-23B0-5B94-A53E263432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0E9F5F1C-18C9-D41D-05E1-25B77C57C8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0D4F48E3-CDCC-AEB0-1094-FA4BD98562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77E24951-91B0-5418-D0B5-9BBBEC4B6C1B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B1BD68CF-87AC-F17B-09B2-29479D28404F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스토리 보드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A63617B-23CD-989C-CB04-9848810B0946}"/>
              </a:ext>
            </a:extLst>
          </p:cNvPr>
          <p:cNvSpPr/>
          <p:nvPr/>
        </p:nvSpPr>
        <p:spPr>
          <a:xfrm>
            <a:off x="1422400" y="2635250"/>
            <a:ext cx="2540000" cy="838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ea typeface="Black Han Sans" pitchFamily="2" charset="-127"/>
              </a:rPr>
              <a:t>화 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E3460-2E40-7446-CD91-3EE1872888BD}"/>
              </a:ext>
            </a:extLst>
          </p:cNvPr>
          <p:cNvSpPr txBox="1"/>
          <p:nvPr/>
        </p:nvSpPr>
        <p:spPr>
          <a:xfrm>
            <a:off x="4114800" y="2721114"/>
            <a:ext cx="6235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ea typeface="Black Han Sans" pitchFamily="2" charset="-127"/>
              </a:rPr>
              <a:t>메인 페이지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98AEC8F-6FA4-BA78-0C74-F09A5419BC94}"/>
              </a:ext>
            </a:extLst>
          </p:cNvPr>
          <p:cNvSpPr/>
          <p:nvPr/>
        </p:nvSpPr>
        <p:spPr>
          <a:xfrm>
            <a:off x="685800" y="3886200"/>
            <a:ext cx="15113000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C765AB0-8EB2-85B0-A975-680344FB78E7}"/>
              </a:ext>
            </a:extLst>
          </p:cNvPr>
          <p:cNvSpPr/>
          <p:nvPr/>
        </p:nvSpPr>
        <p:spPr>
          <a:xfrm>
            <a:off x="16097884" y="3886200"/>
            <a:ext cx="7600315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사용자의 등급에 따라 로그인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로그아웃으로 버튼 변경</a:t>
            </a:r>
            <a:endParaRPr lang="en-US" altLang="ko-KR" sz="3000" dirty="0">
              <a:solidFill>
                <a:schemeClr val="tx1"/>
              </a:solidFill>
              <a:ea typeface="Black Han Sans" pitchFamily="2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네비게이션바에는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시장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상품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커뮤니티 총 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4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개의 기능으로 구현</a:t>
            </a:r>
            <a:endParaRPr lang="en-US" altLang="ko-KR" sz="3000" dirty="0">
              <a:solidFill>
                <a:schemeClr val="tx1"/>
              </a:solidFill>
              <a:ea typeface="Black Han Sans" pitchFamily="2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관리자 등급 로그인 시 네비게이션 바에 관리자메뉴 활성화</a:t>
            </a:r>
            <a:endParaRPr lang="en-US" altLang="ko-KR" sz="3000" dirty="0">
              <a:solidFill>
                <a:schemeClr val="tx1"/>
              </a:solidFill>
              <a:ea typeface="Black Han Sans" pitchFamily="2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메인화면페이지에는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인기시장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인기가게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최근 추가된 상품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최근작성 게시글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공지사항 등이 출력됨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인기시장과 인기가게는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카운팅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된 찜 개수에 따라 상위 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3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개만 출력됨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헤더와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푸터는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몇 개의 페이지를 제외하고 모두 동일하게 출력됨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 algn="ctr">
              <a:buFont typeface="Arial" panose="020B0604020202020204" pitchFamily="34" charset="0"/>
              <a:buChar char="•"/>
            </a:pPr>
            <a:endParaRPr lang="ko-KR" altLang="en-US" sz="3000" dirty="0">
              <a:ea typeface="Black Han Sans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E757F41-AD0E-807B-A130-24844B2AEF72}"/>
              </a:ext>
            </a:extLst>
          </p:cNvPr>
          <p:cNvGrpSpPr/>
          <p:nvPr/>
        </p:nvGrpSpPr>
        <p:grpSpPr>
          <a:xfrm>
            <a:off x="1422400" y="4343400"/>
            <a:ext cx="13665200" cy="2311400"/>
            <a:chOff x="1422400" y="4495800"/>
            <a:chExt cx="13665200" cy="23114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11806DB-FDA1-96AE-153D-A9F00F927827}"/>
                </a:ext>
              </a:extLst>
            </p:cNvPr>
            <p:cNvSpPr/>
            <p:nvPr/>
          </p:nvSpPr>
          <p:spPr>
            <a:xfrm>
              <a:off x="1422400" y="4495800"/>
              <a:ext cx="13665200" cy="2311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CC3301C-8A7A-182A-55A4-FC3CB1D44BF6}"/>
                </a:ext>
              </a:extLst>
            </p:cNvPr>
            <p:cNvSpPr/>
            <p:nvPr/>
          </p:nvSpPr>
          <p:spPr>
            <a:xfrm>
              <a:off x="1752600" y="4724400"/>
              <a:ext cx="2540000" cy="939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로  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1F06B4F-3387-115F-1A35-BFF393FA1373}"/>
                </a:ext>
              </a:extLst>
            </p:cNvPr>
            <p:cNvSpPr/>
            <p:nvPr/>
          </p:nvSpPr>
          <p:spPr>
            <a:xfrm>
              <a:off x="5181600" y="5029200"/>
              <a:ext cx="5791200" cy="558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검  색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AA7ABE3-AACD-5907-154C-1C14EE2FE3F9}"/>
                </a:ext>
              </a:extLst>
            </p:cNvPr>
            <p:cNvSpPr/>
            <p:nvPr/>
          </p:nvSpPr>
          <p:spPr>
            <a:xfrm>
              <a:off x="1752599" y="5892800"/>
              <a:ext cx="13137703" cy="685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네비게이션 바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12875A8-ABF1-1073-850C-997B1FEF7492}"/>
                </a:ext>
              </a:extLst>
            </p:cNvPr>
            <p:cNvSpPr/>
            <p:nvPr/>
          </p:nvSpPr>
          <p:spPr>
            <a:xfrm>
              <a:off x="11772720" y="4749800"/>
              <a:ext cx="153706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로그인</a:t>
              </a:r>
              <a:endParaRPr lang="en-US" altLang="ko-KR" sz="2400" dirty="0">
                <a:solidFill>
                  <a:schemeClr val="tx1"/>
                </a:solidFill>
                <a:ea typeface="Black Han Sans" pitchFamily="2" charset="-127"/>
              </a:endParaRPr>
            </a:p>
            <a:p>
              <a:pPr algn="ctr"/>
              <a:r>
                <a:rPr lang="en-US" altLang="ko-KR" sz="2400" dirty="0">
                  <a:solidFill>
                    <a:schemeClr val="tx1"/>
                  </a:solidFill>
                  <a:ea typeface="Black Han Sans" pitchFamily="2" charset="-127"/>
                </a:rPr>
                <a:t>/</a:t>
              </a:r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로그아웃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C3438DB-F8AF-214B-9788-43A4381B2E37}"/>
                </a:ext>
              </a:extLst>
            </p:cNvPr>
            <p:cNvSpPr/>
            <p:nvPr/>
          </p:nvSpPr>
          <p:spPr>
            <a:xfrm>
              <a:off x="13417103" y="4749800"/>
              <a:ext cx="147320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회원가입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B7516F-0A55-3325-E3E1-09AF96C8B580}"/>
              </a:ext>
            </a:extLst>
          </p:cNvPr>
          <p:cNvSpPr/>
          <p:nvPr/>
        </p:nvSpPr>
        <p:spPr>
          <a:xfrm>
            <a:off x="1409700" y="10934700"/>
            <a:ext cx="13665200" cy="1638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푸   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A68B5C-DF1D-18AD-7C79-EC5590F51BDE}"/>
              </a:ext>
            </a:extLst>
          </p:cNvPr>
          <p:cNvSpPr/>
          <p:nvPr/>
        </p:nvSpPr>
        <p:spPr>
          <a:xfrm>
            <a:off x="1422400" y="6858000"/>
            <a:ext cx="13665200" cy="21209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메인 페이지 화면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2EEB80-8554-FC76-1BCD-E8A0C8E98417}"/>
              </a:ext>
            </a:extLst>
          </p:cNvPr>
          <p:cNvSpPr/>
          <p:nvPr/>
        </p:nvSpPr>
        <p:spPr>
          <a:xfrm>
            <a:off x="1409700" y="9131300"/>
            <a:ext cx="13665200" cy="1661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인기시장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 /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상점 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게시판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 /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공지사항 등</a:t>
            </a:r>
          </a:p>
        </p:txBody>
      </p:sp>
    </p:spTree>
    <p:extLst>
      <p:ext uri="{BB962C8B-B14F-4D97-AF65-F5344CB8AC3E}">
        <p14:creationId xmlns:p14="http://schemas.microsoft.com/office/powerpoint/2010/main" val="85550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6F0D-1575-DF54-836A-FBC53AF4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AD625D91-E06E-4A8D-50C4-B4BC93D50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00B9FD74-9D23-08BE-20AF-162BC9FB9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F23679E7-376A-3A47-3D94-59A746406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0D73BB26-0E25-A5D9-62F5-0BDF4B6E2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F8E70236-5F7E-480A-C803-68E754D2B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3A4E4F29-3185-7B0B-55C2-F98800773D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26E0FE01-8A50-E8AC-369D-C64435EF5E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03BA4AB7-3FDF-621E-44A7-0B2009D817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60FB0BA1-D0A5-9297-15E1-8EC086E944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6B64E066-498A-A47D-12D9-519AA10DFF8E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55A2FF3D-D963-6422-DCC4-E36F8F9D891E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스토리 보드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DFC100C-DDC0-3C2C-FACF-8A6819EF4227}"/>
              </a:ext>
            </a:extLst>
          </p:cNvPr>
          <p:cNvSpPr/>
          <p:nvPr/>
        </p:nvSpPr>
        <p:spPr>
          <a:xfrm>
            <a:off x="1422400" y="2635250"/>
            <a:ext cx="2540000" cy="838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ea typeface="Black Han Sans" pitchFamily="2" charset="-127"/>
              </a:rPr>
              <a:t>화 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61338-E6F5-8BA1-BF8E-0DC63F6C4F2B}"/>
              </a:ext>
            </a:extLst>
          </p:cNvPr>
          <p:cNvSpPr txBox="1"/>
          <p:nvPr/>
        </p:nvSpPr>
        <p:spPr>
          <a:xfrm>
            <a:off x="4114800" y="2721114"/>
            <a:ext cx="6235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ea typeface="Black Han Sans" pitchFamily="2" charset="-127"/>
              </a:rPr>
              <a:t>종합 검색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70C035F-E6F6-545E-AE0D-B88730768F79}"/>
              </a:ext>
            </a:extLst>
          </p:cNvPr>
          <p:cNvSpPr/>
          <p:nvPr/>
        </p:nvSpPr>
        <p:spPr>
          <a:xfrm>
            <a:off x="685800" y="3886200"/>
            <a:ext cx="15113000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32354CE-4A04-84D9-EF5F-4597AB102601}"/>
              </a:ext>
            </a:extLst>
          </p:cNvPr>
          <p:cNvGrpSpPr/>
          <p:nvPr/>
        </p:nvGrpSpPr>
        <p:grpSpPr>
          <a:xfrm>
            <a:off x="1422400" y="4343400"/>
            <a:ext cx="13665200" cy="2311400"/>
            <a:chOff x="1422400" y="4495800"/>
            <a:chExt cx="13665200" cy="23114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40CE006-E786-8C14-F7F7-3CC0D2B8FB0D}"/>
                </a:ext>
              </a:extLst>
            </p:cNvPr>
            <p:cNvSpPr/>
            <p:nvPr/>
          </p:nvSpPr>
          <p:spPr>
            <a:xfrm>
              <a:off x="1422400" y="4495800"/>
              <a:ext cx="13665200" cy="2311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A50CEA7-4DF4-92FF-7A97-B538920278CC}"/>
                </a:ext>
              </a:extLst>
            </p:cNvPr>
            <p:cNvSpPr/>
            <p:nvPr/>
          </p:nvSpPr>
          <p:spPr>
            <a:xfrm>
              <a:off x="1752600" y="4724400"/>
              <a:ext cx="2540000" cy="939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로  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9A61D9D-48D0-0D15-B2B7-BE2EFB0109DE}"/>
                </a:ext>
              </a:extLst>
            </p:cNvPr>
            <p:cNvSpPr/>
            <p:nvPr/>
          </p:nvSpPr>
          <p:spPr>
            <a:xfrm>
              <a:off x="5181600" y="5029200"/>
              <a:ext cx="5791200" cy="558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검  색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36B5F2F-2426-77E5-D4F9-9AD64090A33D}"/>
                </a:ext>
              </a:extLst>
            </p:cNvPr>
            <p:cNvSpPr/>
            <p:nvPr/>
          </p:nvSpPr>
          <p:spPr>
            <a:xfrm>
              <a:off x="1752599" y="5892800"/>
              <a:ext cx="13137703" cy="685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네비게이션 바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AD4896D-8813-5374-1A79-11E8D6D69826}"/>
                </a:ext>
              </a:extLst>
            </p:cNvPr>
            <p:cNvSpPr/>
            <p:nvPr/>
          </p:nvSpPr>
          <p:spPr>
            <a:xfrm>
              <a:off x="11772720" y="4749800"/>
              <a:ext cx="153706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로그인</a:t>
              </a:r>
              <a:endParaRPr lang="en-US" altLang="ko-KR" sz="2400" dirty="0">
                <a:solidFill>
                  <a:schemeClr val="tx1"/>
                </a:solidFill>
                <a:ea typeface="Black Han Sans" pitchFamily="2" charset="-127"/>
              </a:endParaRPr>
            </a:p>
            <a:p>
              <a:pPr algn="ctr"/>
              <a:r>
                <a:rPr lang="en-US" altLang="ko-KR" sz="2400" dirty="0">
                  <a:solidFill>
                    <a:schemeClr val="tx1"/>
                  </a:solidFill>
                  <a:ea typeface="Black Han Sans" pitchFamily="2" charset="-127"/>
                </a:rPr>
                <a:t>/</a:t>
              </a:r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로그아웃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D5A6C6E-46AD-E152-62EE-8F809B7D86C6}"/>
                </a:ext>
              </a:extLst>
            </p:cNvPr>
            <p:cNvSpPr/>
            <p:nvPr/>
          </p:nvSpPr>
          <p:spPr>
            <a:xfrm>
              <a:off x="13417103" y="4749800"/>
              <a:ext cx="147320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회원가입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6E6437-A7A0-270F-8C10-6F84C9B9DEB7}"/>
              </a:ext>
            </a:extLst>
          </p:cNvPr>
          <p:cNvSpPr/>
          <p:nvPr/>
        </p:nvSpPr>
        <p:spPr>
          <a:xfrm>
            <a:off x="1409700" y="10934700"/>
            <a:ext cx="13665200" cy="1638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푸   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A1341F-E4AC-1618-323F-EE2F41E0A626}"/>
              </a:ext>
            </a:extLst>
          </p:cNvPr>
          <p:cNvSpPr/>
          <p:nvPr/>
        </p:nvSpPr>
        <p:spPr>
          <a:xfrm>
            <a:off x="1422400" y="6832600"/>
            <a:ext cx="13665200" cy="387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0" dirty="0">
              <a:solidFill>
                <a:schemeClr val="tx1"/>
              </a:solidFill>
              <a:ea typeface="Black Han Sans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ADE0EC1-C6FD-42D5-7EE5-558241298E38}"/>
              </a:ext>
            </a:extLst>
          </p:cNvPr>
          <p:cNvSpPr/>
          <p:nvPr/>
        </p:nvSpPr>
        <p:spPr>
          <a:xfrm>
            <a:off x="16097884" y="3886200"/>
            <a:ext cx="7600315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헤더와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푸터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부분의 기능은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메인화면과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동일한 기능을 가지고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endParaRPr lang="en-US" altLang="ko-KR" sz="3000" dirty="0">
              <a:solidFill>
                <a:schemeClr val="tx1"/>
              </a:solidFill>
              <a:ea typeface="Black Han Sans" pitchFamily="2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헤더의 검색바를 이용하여 검색을 하면 해당 검색어가 포함된 시장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상품을 검색하여 각 영역에 따로 출력함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출력된 결과에는 시장의 상세보기로 이동하는 버튼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가게의 판매품목으로 이동하는 버튼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상품의 상세보기로 이동하는 버튼이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833D24-1C22-B447-94A0-FA396C0FEDB1}"/>
              </a:ext>
            </a:extLst>
          </p:cNvPr>
          <p:cNvSpPr/>
          <p:nvPr/>
        </p:nvSpPr>
        <p:spPr>
          <a:xfrm>
            <a:off x="1752599" y="7086600"/>
            <a:ext cx="13137703" cy="990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시장 검색 결과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271DBE-CE44-5420-4BA1-3A3874BE01E2}"/>
              </a:ext>
            </a:extLst>
          </p:cNvPr>
          <p:cNvSpPr/>
          <p:nvPr/>
        </p:nvSpPr>
        <p:spPr>
          <a:xfrm>
            <a:off x="1752598" y="8255000"/>
            <a:ext cx="13137703" cy="990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 검색 결과 영역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3EC9B9-1DE1-E0D7-D17D-F03BB88D8147}"/>
              </a:ext>
            </a:extLst>
          </p:cNvPr>
          <p:cNvSpPr/>
          <p:nvPr/>
        </p:nvSpPr>
        <p:spPr>
          <a:xfrm>
            <a:off x="1752597" y="9477443"/>
            <a:ext cx="13137703" cy="990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상품 검색 결과 영역</a:t>
            </a:r>
          </a:p>
        </p:txBody>
      </p:sp>
    </p:spTree>
    <p:extLst>
      <p:ext uri="{BB962C8B-B14F-4D97-AF65-F5344CB8AC3E}">
        <p14:creationId xmlns:p14="http://schemas.microsoft.com/office/powerpoint/2010/main" val="1671976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DC7CE-8C1E-BBF4-FE3C-D07C9C86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FD32F59D-9053-4EB6-21C7-793C49A83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FAEDC4F9-AE9E-0619-6C3A-35A1B20B6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A921876C-B314-C31C-7CF6-9182DB1E9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9917412C-E702-1EC7-8705-0F3DEDE08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851020E9-7C5B-3B28-CC53-16558254DC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3AE50E38-625D-90EF-4993-C2B8472991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982D231C-8C21-E22E-B6E0-23A365536E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51CF47D5-B75D-0589-1D68-D03CBF2B94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9629F649-ABE8-84E0-5159-4F3B1DE83C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86E54247-B8FD-16E4-7BCD-E8870FF9A157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E3F89D0F-8C71-F2A0-263A-2C2F7F34EBFE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스토리 보드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F2DE05-DD90-DFC6-E2EA-B1C4793F8E6D}"/>
              </a:ext>
            </a:extLst>
          </p:cNvPr>
          <p:cNvSpPr/>
          <p:nvPr/>
        </p:nvSpPr>
        <p:spPr>
          <a:xfrm>
            <a:off x="1422400" y="2635250"/>
            <a:ext cx="2540000" cy="838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ea typeface="Black Han Sans" pitchFamily="2" charset="-127"/>
              </a:rPr>
              <a:t>화 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C8DC4-5183-579B-CAE4-B4A9056F08D4}"/>
              </a:ext>
            </a:extLst>
          </p:cNvPr>
          <p:cNvSpPr txBox="1"/>
          <p:nvPr/>
        </p:nvSpPr>
        <p:spPr>
          <a:xfrm>
            <a:off x="4114800" y="2721114"/>
            <a:ext cx="6235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ea typeface="Black Han Sans" pitchFamily="2" charset="-127"/>
              </a:rPr>
              <a:t>시장</a:t>
            </a:r>
            <a:r>
              <a:rPr lang="en-US" altLang="ko-KR" sz="4000" dirty="0">
                <a:ea typeface="Black Han Sans" pitchFamily="2" charset="-127"/>
              </a:rPr>
              <a:t>/</a:t>
            </a:r>
            <a:r>
              <a:rPr lang="ko-KR" altLang="en-US" sz="4000" dirty="0">
                <a:ea typeface="Black Han Sans" pitchFamily="2" charset="-127"/>
              </a:rPr>
              <a:t>가게 목록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50C4389-CB11-5B30-1772-C549D80857F3}"/>
              </a:ext>
            </a:extLst>
          </p:cNvPr>
          <p:cNvSpPr/>
          <p:nvPr/>
        </p:nvSpPr>
        <p:spPr>
          <a:xfrm>
            <a:off x="685800" y="3886200"/>
            <a:ext cx="15113000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ECA0048-811D-6113-8F15-81C6674419D7}"/>
              </a:ext>
            </a:extLst>
          </p:cNvPr>
          <p:cNvGrpSpPr/>
          <p:nvPr/>
        </p:nvGrpSpPr>
        <p:grpSpPr>
          <a:xfrm>
            <a:off x="1422400" y="4343400"/>
            <a:ext cx="13665200" cy="2311400"/>
            <a:chOff x="1422400" y="4495800"/>
            <a:chExt cx="13665200" cy="23114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CD560CB-0CCF-1C48-4D36-38C96628F9F9}"/>
                </a:ext>
              </a:extLst>
            </p:cNvPr>
            <p:cNvSpPr/>
            <p:nvPr/>
          </p:nvSpPr>
          <p:spPr>
            <a:xfrm>
              <a:off x="1422400" y="4495800"/>
              <a:ext cx="13665200" cy="2311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81FFE8-D8D1-375F-233E-3C86E1768177}"/>
                </a:ext>
              </a:extLst>
            </p:cNvPr>
            <p:cNvSpPr/>
            <p:nvPr/>
          </p:nvSpPr>
          <p:spPr>
            <a:xfrm>
              <a:off x="1752600" y="4724400"/>
              <a:ext cx="2540000" cy="939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로  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A30C901-ECFE-7AA7-7C54-86543BB2D803}"/>
                </a:ext>
              </a:extLst>
            </p:cNvPr>
            <p:cNvSpPr/>
            <p:nvPr/>
          </p:nvSpPr>
          <p:spPr>
            <a:xfrm>
              <a:off x="5181600" y="5029200"/>
              <a:ext cx="5791200" cy="558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검  색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C753596-460F-1EB8-1989-905C7934FA1E}"/>
                </a:ext>
              </a:extLst>
            </p:cNvPr>
            <p:cNvSpPr/>
            <p:nvPr/>
          </p:nvSpPr>
          <p:spPr>
            <a:xfrm>
              <a:off x="1752599" y="5892800"/>
              <a:ext cx="13137703" cy="685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네비게이션 바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D77DB9E-B0F4-FD4E-0BEC-B1AD43CDF476}"/>
                </a:ext>
              </a:extLst>
            </p:cNvPr>
            <p:cNvSpPr/>
            <p:nvPr/>
          </p:nvSpPr>
          <p:spPr>
            <a:xfrm>
              <a:off x="11772720" y="4749800"/>
              <a:ext cx="153706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로그인</a:t>
              </a:r>
              <a:endParaRPr lang="en-US" altLang="ko-KR" sz="2400" dirty="0">
                <a:solidFill>
                  <a:schemeClr val="tx1"/>
                </a:solidFill>
                <a:ea typeface="Black Han Sans" pitchFamily="2" charset="-127"/>
              </a:endParaRPr>
            </a:p>
            <a:p>
              <a:pPr algn="ctr"/>
              <a:r>
                <a:rPr lang="en-US" altLang="ko-KR" sz="2400" dirty="0">
                  <a:solidFill>
                    <a:schemeClr val="tx1"/>
                  </a:solidFill>
                  <a:ea typeface="Black Han Sans" pitchFamily="2" charset="-127"/>
                </a:rPr>
                <a:t>/</a:t>
              </a:r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로그아웃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F3726A1-39A7-14FD-2BDC-8B87B6A6658C}"/>
                </a:ext>
              </a:extLst>
            </p:cNvPr>
            <p:cNvSpPr/>
            <p:nvPr/>
          </p:nvSpPr>
          <p:spPr>
            <a:xfrm>
              <a:off x="13417103" y="4749800"/>
              <a:ext cx="147320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회원가입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574F852-B740-9276-B490-A8D95F844D5A}"/>
              </a:ext>
            </a:extLst>
          </p:cNvPr>
          <p:cNvSpPr/>
          <p:nvPr/>
        </p:nvSpPr>
        <p:spPr>
          <a:xfrm>
            <a:off x="1409700" y="10934700"/>
            <a:ext cx="13665200" cy="1638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푸   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257AC47-CB94-146B-6F72-B8E902BDA841}"/>
              </a:ext>
            </a:extLst>
          </p:cNvPr>
          <p:cNvSpPr/>
          <p:nvPr/>
        </p:nvSpPr>
        <p:spPr>
          <a:xfrm>
            <a:off x="1422400" y="7734300"/>
            <a:ext cx="13665200" cy="2971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시장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 목록 화면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E9301B-2013-DF49-1C8F-16FB01E08CD8}"/>
              </a:ext>
            </a:extLst>
          </p:cNvPr>
          <p:cNvSpPr/>
          <p:nvPr/>
        </p:nvSpPr>
        <p:spPr>
          <a:xfrm>
            <a:off x="1422400" y="6807200"/>
            <a:ext cx="13665200" cy="7747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시장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 목록 검색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457E0C5-FEAE-9FA2-F119-B481D6FD04A4}"/>
              </a:ext>
            </a:extLst>
          </p:cNvPr>
          <p:cNvSpPr/>
          <p:nvPr/>
        </p:nvSpPr>
        <p:spPr>
          <a:xfrm>
            <a:off x="16097884" y="3886200"/>
            <a:ext cx="7600315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헤더와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푸터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부분의 기능은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메인화면과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동일한 기능을 가지고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endParaRPr lang="en-US" altLang="ko-KR" sz="3000" dirty="0">
              <a:solidFill>
                <a:schemeClr val="tx1"/>
              </a:solidFill>
              <a:ea typeface="Black Han Sans" pitchFamily="2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시장목록 검색은 시장이름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지역으로 검색이 가능하고 가게목록 검색은 가게이름으로 검색이 가능함 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검색 밑에 지역을 선택하는 버튼이 있어 버튼을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누를 시 그 지역에 해당하는 시장만 출력되고 가게는 카테고리 별로 선택하는 버튼이 있어 버튼을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누를 시 판매하는 품목에 해당하는 가게만 출력됨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시장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 목록은 카드형식으로 하여 표시됨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카드에는 좋아요 개수와 공식 홈페이지 주소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간단한 정보가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적혀있음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카드형식으로 이루어진 시장을 클릭하면 그 시장의 상세보기 화면으로 이동하고 가게는 가게의 판매 상품 목록으로 이동함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65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36F4-B91D-36D1-8BAA-FB080CB0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9D4C4820-C872-5615-947C-6257CD467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334A7209-58BA-3AE9-345C-7ABAB25E3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D890E92E-B4E6-49D0-85BF-36036D995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90824116-52E8-D2C5-7CA6-DE405A827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8DA2193B-4FBA-E538-F6BC-1D16BA987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1CCD4A34-B522-D059-1AFB-7899372BB4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39D3232C-73E0-ADB4-5F26-B63EF4005B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AF86338D-8DC4-F9BE-5E45-3080A6E12C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B954D392-F461-BF1F-CFC7-986C7B096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2E0DD67E-6B70-CD2A-F218-20430C0DBD25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71D658C7-A923-C838-18F7-B60105469C0F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스토리 보드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77A3025-B231-92C6-E118-4818BFD0C3DF}"/>
              </a:ext>
            </a:extLst>
          </p:cNvPr>
          <p:cNvSpPr/>
          <p:nvPr/>
        </p:nvSpPr>
        <p:spPr>
          <a:xfrm>
            <a:off x="1422400" y="2635250"/>
            <a:ext cx="2540000" cy="838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ea typeface="Black Han Sans" pitchFamily="2" charset="-127"/>
              </a:rPr>
              <a:t>화 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120F7-72A1-F53B-B891-2E748913A272}"/>
              </a:ext>
            </a:extLst>
          </p:cNvPr>
          <p:cNvSpPr txBox="1"/>
          <p:nvPr/>
        </p:nvSpPr>
        <p:spPr>
          <a:xfrm>
            <a:off x="4114800" y="2721114"/>
            <a:ext cx="6235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ea typeface="Black Han Sans" pitchFamily="2" charset="-127"/>
              </a:rPr>
              <a:t>가게 목록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090AAEA-038E-FF1F-F3DD-FA6C5A5AEF8A}"/>
              </a:ext>
            </a:extLst>
          </p:cNvPr>
          <p:cNvSpPr/>
          <p:nvPr/>
        </p:nvSpPr>
        <p:spPr>
          <a:xfrm>
            <a:off x="685800" y="3886200"/>
            <a:ext cx="15113000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63ED7FE-EF31-6CB8-3596-E9D36C6079E6}"/>
              </a:ext>
            </a:extLst>
          </p:cNvPr>
          <p:cNvGrpSpPr/>
          <p:nvPr/>
        </p:nvGrpSpPr>
        <p:grpSpPr>
          <a:xfrm>
            <a:off x="1422400" y="4343400"/>
            <a:ext cx="13665200" cy="2311400"/>
            <a:chOff x="1422400" y="4495800"/>
            <a:chExt cx="13665200" cy="23114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AFF3DF6-AD9A-6B37-FC97-D9E994C80EC1}"/>
                </a:ext>
              </a:extLst>
            </p:cNvPr>
            <p:cNvSpPr/>
            <p:nvPr/>
          </p:nvSpPr>
          <p:spPr>
            <a:xfrm>
              <a:off x="1422400" y="4495800"/>
              <a:ext cx="13665200" cy="2311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D2C4CCB-D7DC-2DC5-A92D-C45E82F2073C}"/>
                </a:ext>
              </a:extLst>
            </p:cNvPr>
            <p:cNvSpPr/>
            <p:nvPr/>
          </p:nvSpPr>
          <p:spPr>
            <a:xfrm>
              <a:off x="1752600" y="4724400"/>
              <a:ext cx="2540000" cy="939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로  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CC936B0-CB3B-CF3D-6F1F-D5E3EB5C0537}"/>
                </a:ext>
              </a:extLst>
            </p:cNvPr>
            <p:cNvSpPr/>
            <p:nvPr/>
          </p:nvSpPr>
          <p:spPr>
            <a:xfrm>
              <a:off x="5181600" y="5029200"/>
              <a:ext cx="5791200" cy="558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검  색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31E70AF-9A50-4499-DBD0-94E507E026A0}"/>
                </a:ext>
              </a:extLst>
            </p:cNvPr>
            <p:cNvSpPr/>
            <p:nvPr/>
          </p:nvSpPr>
          <p:spPr>
            <a:xfrm>
              <a:off x="1752599" y="5892800"/>
              <a:ext cx="13137703" cy="685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네비게이션 바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BD00BF7-B25F-9828-D00F-58C22A3D5D8D}"/>
                </a:ext>
              </a:extLst>
            </p:cNvPr>
            <p:cNvSpPr/>
            <p:nvPr/>
          </p:nvSpPr>
          <p:spPr>
            <a:xfrm>
              <a:off x="11772720" y="4749800"/>
              <a:ext cx="153706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로그인</a:t>
              </a:r>
              <a:endParaRPr lang="en-US" altLang="ko-KR" sz="2400" dirty="0">
                <a:solidFill>
                  <a:schemeClr val="tx1"/>
                </a:solidFill>
                <a:ea typeface="Black Han Sans" pitchFamily="2" charset="-127"/>
              </a:endParaRPr>
            </a:p>
            <a:p>
              <a:pPr algn="ctr"/>
              <a:r>
                <a:rPr lang="en-US" altLang="ko-KR" sz="2400" dirty="0">
                  <a:solidFill>
                    <a:schemeClr val="tx1"/>
                  </a:solidFill>
                  <a:ea typeface="Black Han Sans" pitchFamily="2" charset="-127"/>
                </a:rPr>
                <a:t>/</a:t>
              </a:r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로그아웃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54B1689-A138-36C5-4FA0-BB7A81276C21}"/>
                </a:ext>
              </a:extLst>
            </p:cNvPr>
            <p:cNvSpPr/>
            <p:nvPr/>
          </p:nvSpPr>
          <p:spPr>
            <a:xfrm>
              <a:off x="13417103" y="4749800"/>
              <a:ext cx="147320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회원가입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49B67F-80C7-C15D-D3E4-A3D64C7E4919}"/>
              </a:ext>
            </a:extLst>
          </p:cNvPr>
          <p:cNvSpPr/>
          <p:nvPr/>
        </p:nvSpPr>
        <p:spPr>
          <a:xfrm>
            <a:off x="1409700" y="10934700"/>
            <a:ext cx="13665200" cy="1638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푸   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BBFF5C-8768-8E7A-226E-0C4695394737}"/>
              </a:ext>
            </a:extLst>
          </p:cNvPr>
          <p:cNvSpPr/>
          <p:nvPr/>
        </p:nvSpPr>
        <p:spPr>
          <a:xfrm>
            <a:off x="1422400" y="7734300"/>
            <a:ext cx="13665200" cy="2971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 목록 화면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0BEDCF-A705-2D22-DA18-7587F7F61AA9}"/>
              </a:ext>
            </a:extLst>
          </p:cNvPr>
          <p:cNvSpPr/>
          <p:nvPr/>
        </p:nvSpPr>
        <p:spPr>
          <a:xfrm>
            <a:off x="1422400" y="6807200"/>
            <a:ext cx="13665200" cy="7747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 목록 검색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1AB3CB7-61FF-7BE1-56EF-F68A73C08F5E}"/>
              </a:ext>
            </a:extLst>
          </p:cNvPr>
          <p:cNvSpPr/>
          <p:nvPr/>
        </p:nvSpPr>
        <p:spPr>
          <a:xfrm>
            <a:off x="16097884" y="3886200"/>
            <a:ext cx="7600315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헤더와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푸터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부분의 기능은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메인화면과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동일한 기능을 가지고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endParaRPr lang="en-US" altLang="ko-KR" sz="3000" dirty="0">
              <a:solidFill>
                <a:schemeClr val="tx1"/>
              </a:solidFill>
              <a:ea typeface="Black Han Sans" pitchFamily="2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가게목록 검색은 가게이름으로 검색이 가능함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검색 밑에 파는 물품에 대한 카테고리 선택하는 버튼이 있어 버튼을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누를 시 판매하는 품목에 해당하는 가게만 출력됨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가게목록은 카드형식으로 하여 표시됨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카드에는 판매자와 상품보기 버튼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간단한 정보가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적혀있음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카드형식으로 이루어진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가게을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클릭하면 그 가게의 판매 물품이 있는 목록으로 이동함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algn="ctr"/>
            <a:endParaRPr lang="ko-KR" altLang="en-US" sz="30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3163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D6C25-39F8-1D22-8076-BEE5D184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3BB19C24-29C9-1345-E172-0B04BB8D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C2318B40-1B92-99AD-74BB-8A82DC10F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DA1F8134-D71C-BAA9-C821-B4D8C0BFA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EF24DAFE-B083-804D-1CB7-A84B817CC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1A738230-38D1-085D-D10A-C11FE14373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AD27EB85-3B29-CEEE-7574-3D3C865AE4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9B3E2C02-AD38-150D-CBDD-9045C448F7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B37954A3-BBC4-38B0-D40F-9916023A3F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B877D9E7-5FCF-448C-2F3C-3E72F0EABD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B8CBEED9-3590-BE75-F60F-A73B4B9A6C81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14FAB10F-0D40-C7E8-4EAE-FEBBEF6C3AB9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스토리 보드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CC8C05B-42AE-444D-3488-7B6A64FD89FC}"/>
              </a:ext>
            </a:extLst>
          </p:cNvPr>
          <p:cNvSpPr/>
          <p:nvPr/>
        </p:nvSpPr>
        <p:spPr>
          <a:xfrm>
            <a:off x="1422400" y="2635250"/>
            <a:ext cx="2540000" cy="838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ea typeface="Black Han Sans" pitchFamily="2" charset="-127"/>
              </a:rPr>
              <a:t>화 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F3405-E68C-A800-C808-7F4D06A63D5D}"/>
              </a:ext>
            </a:extLst>
          </p:cNvPr>
          <p:cNvSpPr txBox="1"/>
          <p:nvPr/>
        </p:nvSpPr>
        <p:spPr>
          <a:xfrm>
            <a:off x="4114800" y="2721114"/>
            <a:ext cx="6235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ea typeface="Black Han Sans" pitchFamily="2" charset="-127"/>
              </a:rPr>
              <a:t>로그인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BE68D82-0918-4833-66EC-7B422484A458}"/>
              </a:ext>
            </a:extLst>
          </p:cNvPr>
          <p:cNvSpPr/>
          <p:nvPr/>
        </p:nvSpPr>
        <p:spPr>
          <a:xfrm>
            <a:off x="685800" y="3886200"/>
            <a:ext cx="15113000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3D0DF41-5E1F-1E12-A490-CFC52A711D71}"/>
              </a:ext>
            </a:extLst>
          </p:cNvPr>
          <p:cNvSpPr/>
          <p:nvPr/>
        </p:nvSpPr>
        <p:spPr>
          <a:xfrm>
            <a:off x="16097884" y="3886200"/>
            <a:ext cx="7600315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아이디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패스워드 입력란에는 등록된 회원의 아이디와 패스워드를 입력함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로그인 버튼을 누르면 아이디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패스워드가 틀릴 시 각 틀린 부분에 해당하는 오류 메시지가 출력됨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회원가입 링크를 누르면 회원가입 화면으로 이동함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메인화면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링크를 누르면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메인화면으로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이동함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ko-KR" altLang="en-US" sz="3000" dirty="0">
              <a:ea typeface="Black Han Sans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F04C93-0F2F-3D49-2B13-D9258D0E2E43}"/>
              </a:ext>
            </a:extLst>
          </p:cNvPr>
          <p:cNvSpPr/>
          <p:nvPr/>
        </p:nvSpPr>
        <p:spPr>
          <a:xfrm>
            <a:off x="4419600" y="4546600"/>
            <a:ext cx="7772400" cy="787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0" dirty="0">
              <a:solidFill>
                <a:schemeClr val="tx1"/>
              </a:solidFill>
              <a:ea typeface="Black Han Sans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E9996A-4C58-4ED8-C95F-F726A456747D}"/>
              </a:ext>
            </a:extLst>
          </p:cNvPr>
          <p:cNvSpPr/>
          <p:nvPr/>
        </p:nvSpPr>
        <p:spPr>
          <a:xfrm>
            <a:off x="5194300" y="5334000"/>
            <a:ext cx="6235700" cy="9017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</a:rPr>
              <a:t>아이디 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581780-E5F3-FCF1-5ADD-07691D378D2C}"/>
              </a:ext>
            </a:extLst>
          </p:cNvPr>
          <p:cNvSpPr/>
          <p:nvPr/>
        </p:nvSpPr>
        <p:spPr>
          <a:xfrm>
            <a:off x="5194300" y="6907787"/>
            <a:ext cx="6235700" cy="9017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 err="1">
                <a:solidFill>
                  <a:schemeClr val="tx1"/>
                </a:solidFill>
              </a:rPr>
              <a:t>페스워드</a:t>
            </a:r>
            <a:r>
              <a:rPr lang="ko-KR" altLang="en-US" sz="3000" dirty="0">
                <a:solidFill>
                  <a:schemeClr val="tx1"/>
                </a:solidFill>
              </a:rPr>
              <a:t>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E28990-E4FC-7A91-4FA1-00846884FEE6}"/>
              </a:ext>
            </a:extLst>
          </p:cNvPr>
          <p:cNvSpPr/>
          <p:nvPr/>
        </p:nvSpPr>
        <p:spPr>
          <a:xfrm>
            <a:off x="5187950" y="8638432"/>
            <a:ext cx="6235700" cy="9017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</a:rPr>
              <a:t>로그인 버튼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E0B806-3962-EAEB-635F-615FC45FFD54}"/>
              </a:ext>
            </a:extLst>
          </p:cNvPr>
          <p:cNvSpPr/>
          <p:nvPr/>
        </p:nvSpPr>
        <p:spPr>
          <a:xfrm>
            <a:off x="5187950" y="10212759"/>
            <a:ext cx="6235700" cy="9017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</a:rPr>
              <a:t>회원가입 및 </a:t>
            </a:r>
            <a:r>
              <a:rPr lang="ko-KR" altLang="en-US" sz="3000" dirty="0" err="1">
                <a:solidFill>
                  <a:schemeClr val="tx1"/>
                </a:solidFill>
              </a:rPr>
              <a:t>메인화면</a:t>
            </a:r>
            <a:r>
              <a:rPr lang="ko-KR" altLang="en-US" sz="3000" dirty="0">
                <a:solidFill>
                  <a:schemeClr val="tx1"/>
                </a:solidFill>
              </a:rPr>
              <a:t> 링크</a:t>
            </a:r>
          </a:p>
        </p:txBody>
      </p:sp>
    </p:spTree>
    <p:extLst>
      <p:ext uri="{BB962C8B-B14F-4D97-AF65-F5344CB8AC3E}">
        <p14:creationId xmlns:p14="http://schemas.microsoft.com/office/powerpoint/2010/main" val="2388737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18B1-AC49-4632-9316-E96CFCDAD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4A35921A-7D69-8771-DFBD-7F5C269EC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96C99F55-DD91-BF9F-45F4-B5B782215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F34BB925-56D3-2403-FB8D-B5E696C2B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408B8E8D-60BB-560B-1227-3DC9FBFDB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376FBD11-F10F-6731-98F9-1462D9837B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0218511D-9C7B-812A-24BF-EFCA864A7A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62F7FD8C-4EF7-5FB3-28B7-BE8AD039FD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901015AA-78C7-F66B-0044-79DF0CB887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4F08DA3D-3C93-396F-48E7-818BF9D15D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4FF51678-7CD9-CEF2-0350-19F366669D9B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94567200-0ABC-F3DA-F416-FB547B6907DE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스토리 보드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2C295CB-9C85-38E3-AF22-931172232B6D}"/>
              </a:ext>
            </a:extLst>
          </p:cNvPr>
          <p:cNvSpPr/>
          <p:nvPr/>
        </p:nvSpPr>
        <p:spPr>
          <a:xfrm>
            <a:off x="1422400" y="2635250"/>
            <a:ext cx="2540000" cy="838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ea typeface="Black Han Sans" pitchFamily="2" charset="-127"/>
              </a:rPr>
              <a:t>화 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86E79-5E83-6E2E-D0CE-90754CAD15E6}"/>
              </a:ext>
            </a:extLst>
          </p:cNvPr>
          <p:cNvSpPr txBox="1"/>
          <p:nvPr/>
        </p:nvSpPr>
        <p:spPr>
          <a:xfrm>
            <a:off x="4114800" y="2721114"/>
            <a:ext cx="6235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ea typeface="Black Han Sans" pitchFamily="2" charset="-127"/>
              </a:rPr>
              <a:t>회원 가입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A88590E-6663-BC88-3201-9DCADE033AF8}"/>
              </a:ext>
            </a:extLst>
          </p:cNvPr>
          <p:cNvSpPr/>
          <p:nvPr/>
        </p:nvSpPr>
        <p:spPr>
          <a:xfrm>
            <a:off x="724260" y="3886200"/>
            <a:ext cx="15113000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E8D4886-6824-BEFA-B72C-F2B27C9D16BE}"/>
              </a:ext>
            </a:extLst>
          </p:cNvPr>
          <p:cNvSpPr/>
          <p:nvPr/>
        </p:nvSpPr>
        <p:spPr>
          <a:xfrm>
            <a:off x="16097884" y="3886200"/>
            <a:ext cx="7600315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회원정보 입력에는 아이디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비밀번호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이름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생년월일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성별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출신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전화번호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주소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이메일을 입력함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아이디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전화번호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이메일은 중복되면 안되기에 입력하면 바로 중복결과를 출력해주면 중복되지 않으면 사용가능 함을 알려줌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회원가입버튼을 누르면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이상없이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회원가입이 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endParaRPr lang="en-US" altLang="ko-KR" sz="3000" dirty="0">
              <a:solidFill>
                <a:schemeClr val="tx1"/>
              </a:solidFill>
              <a:ea typeface="Black Han Sans" pitchFamily="2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아이디가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있을시에는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제일 하단의 로그인 화면으로 이동하는 링크를 누르면 로그인 화면으로 이동함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  <a:endParaRPr lang="ko-KR" altLang="en-US" sz="3000" dirty="0">
              <a:ea typeface="Black Han Sans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CD97C5-42A9-9732-330F-18B3A89E4083}"/>
              </a:ext>
            </a:extLst>
          </p:cNvPr>
          <p:cNvSpPr/>
          <p:nvPr/>
        </p:nvSpPr>
        <p:spPr>
          <a:xfrm>
            <a:off x="4419600" y="4279900"/>
            <a:ext cx="7772400" cy="825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0" dirty="0">
              <a:solidFill>
                <a:schemeClr val="tx1"/>
              </a:solidFill>
              <a:ea typeface="Black Han Sans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0DE9C5-00E9-A3DE-DB2C-1B5DE17B9913}"/>
              </a:ext>
            </a:extLst>
          </p:cNvPr>
          <p:cNvSpPr/>
          <p:nvPr/>
        </p:nvSpPr>
        <p:spPr>
          <a:xfrm>
            <a:off x="5194300" y="4556058"/>
            <a:ext cx="6235700" cy="60865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</a:rPr>
              <a:t>회원정보 입력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68058E1-20C7-8F22-72FF-4BF9B732C6A3}"/>
              </a:ext>
            </a:extLst>
          </p:cNvPr>
          <p:cNvSpPr/>
          <p:nvPr/>
        </p:nvSpPr>
        <p:spPr>
          <a:xfrm>
            <a:off x="5194300" y="10788174"/>
            <a:ext cx="6235700" cy="6674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</a:rPr>
              <a:t>회원가입 버튼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E547025-BA22-FEC4-263D-4905A2ACEEE4}"/>
              </a:ext>
            </a:extLst>
          </p:cNvPr>
          <p:cNvSpPr/>
          <p:nvPr/>
        </p:nvSpPr>
        <p:spPr>
          <a:xfrm>
            <a:off x="5207000" y="11600775"/>
            <a:ext cx="6235700" cy="6674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</a:rPr>
              <a:t>로그인 화면 링크</a:t>
            </a:r>
          </a:p>
        </p:txBody>
      </p:sp>
    </p:spTree>
    <p:extLst>
      <p:ext uri="{BB962C8B-B14F-4D97-AF65-F5344CB8AC3E}">
        <p14:creationId xmlns:p14="http://schemas.microsoft.com/office/powerpoint/2010/main" val="1114767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C8C2-2EE8-EB60-495C-E70D0E9FF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E31BBFD-9583-A1CB-C19C-CAD80EF0F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9E8748A7-F5F9-AC59-AE94-2501EE2FA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8F47D06C-8E76-C62A-4B95-0C549E8C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E25E47B9-73DB-FAAE-CE1D-D1E83C7FC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1F46A48B-06CB-66D4-43A8-849354AE5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852D0B90-F2D2-1BC4-27C9-936FD4376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10FBAC7C-32FE-636E-8E6F-5D6BE25485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59D5DAC2-5212-8748-6D2A-7E8E334BF5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9412B5CD-6E40-6478-468C-B9BD4DF82E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86FCB143-03AA-AE58-2B93-52783D7A3714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3A6E128C-DEF3-C2A0-1A1A-C71E44277352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스토리 보드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374ECFB-B4F4-91C5-F7F3-9877F5B7FAED}"/>
              </a:ext>
            </a:extLst>
          </p:cNvPr>
          <p:cNvSpPr/>
          <p:nvPr/>
        </p:nvSpPr>
        <p:spPr>
          <a:xfrm>
            <a:off x="1422400" y="2635250"/>
            <a:ext cx="2540000" cy="838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ea typeface="Black Han Sans" pitchFamily="2" charset="-127"/>
              </a:rPr>
              <a:t>화 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825BB-C068-F508-5B9B-B6EFE4ADB036}"/>
              </a:ext>
            </a:extLst>
          </p:cNvPr>
          <p:cNvSpPr txBox="1"/>
          <p:nvPr/>
        </p:nvSpPr>
        <p:spPr>
          <a:xfrm>
            <a:off x="4114800" y="2721114"/>
            <a:ext cx="6235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ea typeface="Black Han Sans" pitchFamily="2" charset="-127"/>
              </a:rPr>
              <a:t>게시판</a:t>
            </a:r>
            <a:r>
              <a:rPr lang="en-US" altLang="ko-KR" sz="4000" dirty="0">
                <a:ea typeface="Black Han Sans" pitchFamily="2" charset="-127"/>
              </a:rPr>
              <a:t>/</a:t>
            </a:r>
            <a:r>
              <a:rPr lang="ko-KR" altLang="en-US" sz="4000" dirty="0">
                <a:ea typeface="Black Han Sans" pitchFamily="2" charset="-127"/>
              </a:rPr>
              <a:t>공지사항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9A712B1-3202-0CF1-4ACC-7DCD91F82404}"/>
              </a:ext>
            </a:extLst>
          </p:cNvPr>
          <p:cNvSpPr/>
          <p:nvPr/>
        </p:nvSpPr>
        <p:spPr>
          <a:xfrm>
            <a:off x="685800" y="3886200"/>
            <a:ext cx="15113000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BF4341F-3C13-2CCD-0E12-B747BD96A17F}"/>
              </a:ext>
            </a:extLst>
          </p:cNvPr>
          <p:cNvGrpSpPr/>
          <p:nvPr/>
        </p:nvGrpSpPr>
        <p:grpSpPr>
          <a:xfrm>
            <a:off x="1422400" y="4343400"/>
            <a:ext cx="13665200" cy="2311400"/>
            <a:chOff x="1422400" y="4495800"/>
            <a:chExt cx="13665200" cy="23114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3FFB47C-267F-D3AF-80E9-F4B97391107F}"/>
                </a:ext>
              </a:extLst>
            </p:cNvPr>
            <p:cNvSpPr/>
            <p:nvPr/>
          </p:nvSpPr>
          <p:spPr>
            <a:xfrm>
              <a:off x="1422400" y="4495800"/>
              <a:ext cx="13665200" cy="2311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3AF31AD-A9AC-BD8C-6998-BBFD7E32CD62}"/>
                </a:ext>
              </a:extLst>
            </p:cNvPr>
            <p:cNvSpPr/>
            <p:nvPr/>
          </p:nvSpPr>
          <p:spPr>
            <a:xfrm>
              <a:off x="1752600" y="4724400"/>
              <a:ext cx="2540000" cy="939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로  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D88596F-CD18-D482-7D82-B59AF0F7A3B8}"/>
                </a:ext>
              </a:extLst>
            </p:cNvPr>
            <p:cNvSpPr/>
            <p:nvPr/>
          </p:nvSpPr>
          <p:spPr>
            <a:xfrm>
              <a:off x="5181600" y="5029200"/>
              <a:ext cx="5791200" cy="558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검  색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764944B-14C2-7BB7-6F7E-EB705DE8457C}"/>
                </a:ext>
              </a:extLst>
            </p:cNvPr>
            <p:cNvSpPr/>
            <p:nvPr/>
          </p:nvSpPr>
          <p:spPr>
            <a:xfrm>
              <a:off x="1752599" y="5892800"/>
              <a:ext cx="13137703" cy="685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네비게이션 바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002F97F-5480-31DE-577F-B69AEC1E5B5F}"/>
                </a:ext>
              </a:extLst>
            </p:cNvPr>
            <p:cNvSpPr/>
            <p:nvPr/>
          </p:nvSpPr>
          <p:spPr>
            <a:xfrm>
              <a:off x="11772720" y="4749800"/>
              <a:ext cx="153706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로그인</a:t>
              </a:r>
              <a:endParaRPr lang="en-US" altLang="ko-KR" sz="2400" dirty="0">
                <a:solidFill>
                  <a:schemeClr val="tx1"/>
                </a:solidFill>
                <a:ea typeface="Black Han Sans" pitchFamily="2" charset="-127"/>
              </a:endParaRPr>
            </a:p>
            <a:p>
              <a:pPr algn="ctr"/>
              <a:r>
                <a:rPr lang="en-US" altLang="ko-KR" sz="2400" dirty="0">
                  <a:solidFill>
                    <a:schemeClr val="tx1"/>
                  </a:solidFill>
                  <a:ea typeface="Black Han Sans" pitchFamily="2" charset="-127"/>
                </a:rPr>
                <a:t>/</a:t>
              </a:r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로그아웃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645D8F9-6A47-8F66-DBAD-CE51CF80CC1E}"/>
                </a:ext>
              </a:extLst>
            </p:cNvPr>
            <p:cNvSpPr/>
            <p:nvPr/>
          </p:nvSpPr>
          <p:spPr>
            <a:xfrm>
              <a:off x="13417103" y="4749800"/>
              <a:ext cx="147320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회원가입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476920-E477-22B2-65CC-09A82FD6E734}"/>
              </a:ext>
            </a:extLst>
          </p:cNvPr>
          <p:cNvSpPr/>
          <p:nvPr/>
        </p:nvSpPr>
        <p:spPr>
          <a:xfrm>
            <a:off x="1409700" y="10934700"/>
            <a:ext cx="13665200" cy="1638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푸   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C397AE-A464-8C91-E835-DF6C678F77F0}"/>
              </a:ext>
            </a:extLst>
          </p:cNvPr>
          <p:cNvSpPr/>
          <p:nvPr/>
        </p:nvSpPr>
        <p:spPr>
          <a:xfrm>
            <a:off x="1422400" y="6832600"/>
            <a:ext cx="13665200" cy="387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게시판 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OR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공지사항 목록 화면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F177151-F4FC-260D-CEDC-115FE8503414}"/>
              </a:ext>
            </a:extLst>
          </p:cNvPr>
          <p:cNvSpPr/>
          <p:nvPr/>
        </p:nvSpPr>
        <p:spPr>
          <a:xfrm>
            <a:off x="16097884" y="3886200"/>
            <a:ext cx="7600315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헤더와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푸터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부분의 기능은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메인화면과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동일한 기능을 가지고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endParaRPr lang="en-US" altLang="ko-KR" sz="3000" dirty="0">
              <a:solidFill>
                <a:schemeClr val="tx1"/>
              </a:solidFill>
              <a:ea typeface="Black Han Sans" pitchFamily="2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제목 및 글쓴이로 검색이 가능함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게시판과 공지사항의 그 형식은 동일함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게시판에는 조회수와 좋아요 기능이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게시글에는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댓글과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대댓글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기능이 구현되어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게시판에 글을 작성하기 위해서는 회원가입 후 로그인을 하여야만 그 기능을 사용할 수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algn="ctr"/>
            <a:endParaRPr lang="ko-KR" altLang="en-US" sz="30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8085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4E71-C53B-2459-6D02-D5772956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7FD8511-6072-E018-4E51-C38216111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262F9497-A3F8-DC51-007F-AD5F98AE3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D5C236F4-17C2-F35B-E7DC-5946E94FF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77040FEC-F07D-BE51-0AAF-E7D127D3D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1110A873-7BF4-A28F-5CF4-C9215DC93B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1BF29ACC-43E7-B4F6-7606-C94E84456D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9272B3E2-5115-D5D2-4B5F-60C8ABB25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DCA29A77-1CB2-051E-DEAA-4AD8A700D0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0220D2CD-D974-E3B0-1FBE-115293EEF1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74C619FE-2AE4-22C0-DB32-0AB6623821BF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9259FA2A-08A9-1FE1-B9E7-213AA5023745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스토리 보드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6E335A8-D26A-BDE3-89C4-329E379BEE4E}"/>
              </a:ext>
            </a:extLst>
          </p:cNvPr>
          <p:cNvSpPr/>
          <p:nvPr/>
        </p:nvSpPr>
        <p:spPr>
          <a:xfrm>
            <a:off x="1422400" y="2635250"/>
            <a:ext cx="2540000" cy="838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ea typeface="Black Han Sans" pitchFamily="2" charset="-127"/>
              </a:rPr>
              <a:t>화 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B1096-10ED-334E-9714-79367A1624C0}"/>
              </a:ext>
            </a:extLst>
          </p:cNvPr>
          <p:cNvSpPr txBox="1"/>
          <p:nvPr/>
        </p:nvSpPr>
        <p:spPr>
          <a:xfrm>
            <a:off x="4114800" y="2721114"/>
            <a:ext cx="6235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ea typeface="Black Han Sans" pitchFamily="2" charset="-127"/>
              </a:rPr>
              <a:t>마이페이지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B08E78F-8CAA-E8CE-5262-060CF08AE1F3}"/>
              </a:ext>
            </a:extLst>
          </p:cNvPr>
          <p:cNvSpPr/>
          <p:nvPr/>
        </p:nvSpPr>
        <p:spPr>
          <a:xfrm>
            <a:off x="685800" y="3886200"/>
            <a:ext cx="15113000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4176FCC-265D-F240-ECAA-1E978705A619}"/>
              </a:ext>
            </a:extLst>
          </p:cNvPr>
          <p:cNvGrpSpPr/>
          <p:nvPr/>
        </p:nvGrpSpPr>
        <p:grpSpPr>
          <a:xfrm>
            <a:off x="1422400" y="4343400"/>
            <a:ext cx="13665200" cy="2311400"/>
            <a:chOff x="1422400" y="4495800"/>
            <a:chExt cx="13665200" cy="23114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A13046D-146E-A2F7-5C48-9EBEAC2992B1}"/>
                </a:ext>
              </a:extLst>
            </p:cNvPr>
            <p:cNvSpPr/>
            <p:nvPr/>
          </p:nvSpPr>
          <p:spPr>
            <a:xfrm>
              <a:off x="1422400" y="4495800"/>
              <a:ext cx="13665200" cy="2311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667055E-4114-5D18-D07F-9335FAA7C579}"/>
                </a:ext>
              </a:extLst>
            </p:cNvPr>
            <p:cNvSpPr/>
            <p:nvPr/>
          </p:nvSpPr>
          <p:spPr>
            <a:xfrm>
              <a:off x="1752600" y="4724400"/>
              <a:ext cx="2540000" cy="939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로  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EE7E3CD-67E6-1D1E-A598-6A89FA182803}"/>
                </a:ext>
              </a:extLst>
            </p:cNvPr>
            <p:cNvSpPr/>
            <p:nvPr/>
          </p:nvSpPr>
          <p:spPr>
            <a:xfrm>
              <a:off x="5181600" y="5029200"/>
              <a:ext cx="5791200" cy="558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검  색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8C7FB0-77D7-6649-D8C4-6843CBE569C6}"/>
                </a:ext>
              </a:extLst>
            </p:cNvPr>
            <p:cNvSpPr/>
            <p:nvPr/>
          </p:nvSpPr>
          <p:spPr>
            <a:xfrm>
              <a:off x="1752599" y="5892800"/>
              <a:ext cx="13137703" cy="685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ea typeface="Black Han Sans" pitchFamily="2" charset="-127"/>
                </a:rPr>
                <a:t>네비게이션 바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EC6D9C1-F167-83D7-D55D-CC7360981DEA}"/>
                </a:ext>
              </a:extLst>
            </p:cNvPr>
            <p:cNvSpPr/>
            <p:nvPr/>
          </p:nvSpPr>
          <p:spPr>
            <a:xfrm>
              <a:off x="11772720" y="4749800"/>
              <a:ext cx="153706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로그인</a:t>
              </a:r>
              <a:endParaRPr lang="en-US" altLang="ko-KR" sz="2400" dirty="0">
                <a:solidFill>
                  <a:schemeClr val="tx1"/>
                </a:solidFill>
                <a:ea typeface="Black Han Sans" pitchFamily="2" charset="-127"/>
              </a:endParaRPr>
            </a:p>
            <a:p>
              <a:pPr algn="ctr"/>
              <a:r>
                <a:rPr lang="en-US" altLang="ko-KR" sz="2400" dirty="0">
                  <a:solidFill>
                    <a:schemeClr val="tx1"/>
                  </a:solidFill>
                  <a:ea typeface="Black Han Sans" pitchFamily="2" charset="-127"/>
                </a:rPr>
                <a:t>/</a:t>
              </a:r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로그아웃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4424EC3-93C2-CE00-4CEA-C4444F7E200E}"/>
                </a:ext>
              </a:extLst>
            </p:cNvPr>
            <p:cNvSpPr/>
            <p:nvPr/>
          </p:nvSpPr>
          <p:spPr>
            <a:xfrm>
              <a:off x="13417103" y="4749800"/>
              <a:ext cx="1473200" cy="889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Black Han Sans" pitchFamily="2" charset="-127"/>
                </a:rPr>
                <a:t>회원가입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08AF72-0101-5012-EDFF-8E2E6B1BD3A7}"/>
              </a:ext>
            </a:extLst>
          </p:cNvPr>
          <p:cNvSpPr/>
          <p:nvPr/>
        </p:nvSpPr>
        <p:spPr>
          <a:xfrm>
            <a:off x="1409700" y="10934700"/>
            <a:ext cx="13665200" cy="1638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푸   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8C84D3B-9BDA-77E6-C1AC-6A074DE4B86C}"/>
              </a:ext>
            </a:extLst>
          </p:cNvPr>
          <p:cNvSpPr/>
          <p:nvPr/>
        </p:nvSpPr>
        <p:spPr>
          <a:xfrm>
            <a:off x="1422400" y="6836535"/>
            <a:ext cx="13665200" cy="387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간편 정보 화면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BB45D1E-996B-AB68-B12F-D58DDACA6A4B}"/>
              </a:ext>
            </a:extLst>
          </p:cNvPr>
          <p:cNvSpPr/>
          <p:nvPr/>
        </p:nvSpPr>
        <p:spPr>
          <a:xfrm>
            <a:off x="1600201" y="9601200"/>
            <a:ext cx="13290102" cy="9207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회원 등급별 기능 버튼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9F376B3-9F9B-8248-ED6B-5228559E396A}"/>
              </a:ext>
            </a:extLst>
          </p:cNvPr>
          <p:cNvSpPr/>
          <p:nvPr/>
        </p:nvSpPr>
        <p:spPr>
          <a:xfrm>
            <a:off x="16097884" y="3886200"/>
            <a:ext cx="7600315" cy="9105900"/>
          </a:xfrm>
          <a:prstGeom prst="roundRect">
            <a:avLst>
              <a:gd name="adj" fmla="val 6751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헤더와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푸터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부분의 기능은 </a:t>
            </a:r>
            <a:r>
              <a:rPr lang="ko-KR" altLang="en-US" sz="3000" dirty="0" err="1">
                <a:solidFill>
                  <a:schemeClr val="tx1"/>
                </a:solidFill>
                <a:ea typeface="Black Han Sans" pitchFamily="2" charset="-127"/>
              </a:rPr>
              <a:t>메인화면과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동일한 기능을 가지고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endParaRPr lang="en-US" altLang="ko-KR" sz="3000" dirty="0">
              <a:solidFill>
                <a:schemeClr val="tx1"/>
              </a:solidFill>
              <a:ea typeface="Black Han Sans" pitchFamily="2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각 회원등급별로 기능버튼이 다르게 출력됨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구매자 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: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관심 시장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 목록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주문 목록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장바구니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내 정보 조회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수정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회원탈퇴 기능이 구현되어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판매자 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: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내 가게 주문내역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내 상품관리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내 가게 정보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변경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내 정보 조회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수정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회원탈퇴 기능이 구현되어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관리자 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: 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회원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시장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가게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상품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주문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/</a:t>
            </a:r>
            <a:r>
              <a:rPr lang="ko-KR" altLang="en-US" sz="3000" dirty="0">
                <a:solidFill>
                  <a:schemeClr val="tx1"/>
                </a:solidFill>
                <a:ea typeface="Black Han Sans" pitchFamily="2" charset="-127"/>
              </a:rPr>
              <a:t>결제 관리를 할 수 있는 기능이 구현되어 있음</a:t>
            </a:r>
            <a:r>
              <a:rPr lang="en-US" altLang="ko-KR" sz="3000" dirty="0">
                <a:solidFill>
                  <a:schemeClr val="tx1"/>
                </a:solidFill>
                <a:ea typeface="Black Han Sans" pitchFamily="2" charset="-127"/>
              </a:rPr>
              <a:t>.</a:t>
            </a:r>
            <a:endParaRPr lang="ko-KR" altLang="en-US" sz="30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5138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DE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34B1B-731C-313E-0859-1D1A8050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7903A05-A9BA-D932-9B82-CCF5CFB57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93D4FD62-A208-3BF1-E2A6-0FE328B21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3400" y="5143500"/>
            <a:ext cx="8255000" cy="43561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06230825-3B27-2A8F-9690-2F8B934BD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3F2D63B3-9895-902F-A3F9-68AE4B2BE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33E3AFE1-9AC8-44F1-C185-61DE199293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B3695847-17F3-E412-E876-19ADA1680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EA9E704F-8264-12CE-5558-3BB92E9270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669481F1-A30E-E2B9-8B7F-31FC3F17A3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ACA484A4-5545-A357-31D6-B8156DEFBD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1E97B6CC-8F92-8362-BE49-50A262B752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B6466465-B823-5374-DDE2-CCC2325C4B7B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9C86CF08-0217-24CF-7779-4D5A735B0376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dirty="0">
                <a:solidFill>
                  <a:srgbClr val="FFFFFF"/>
                </a:solidFill>
                <a:ea typeface="Black Han Sans"/>
              </a:rPr>
              <a:t>프로젝트 구현 툴</a:t>
            </a:r>
            <a:r>
              <a:rPr lang="en-US" altLang="ko-KR" sz="5600" dirty="0">
                <a:solidFill>
                  <a:srgbClr val="FFFFFF"/>
                </a:solidFill>
                <a:ea typeface="Black Han Sans"/>
              </a:rPr>
              <a:t>(1/2)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5B876F08-6A50-A882-9F9C-EE0941CCC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950049"/>
              </p:ext>
            </p:extLst>
          </p:nvPr>
        </p:nvGraphicFramePr>
        <p:xfrm>
          <a:off x="762000" y="2590800"/>
          <a:ext cx="22860000" cy="10553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69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500" b="1" dirty="0">
                          <a:solidFill>
                            <a:srgbClr val="FFFFFF"/>
                          </a:solidFill>
                        </a:rPr>
                        <a:t>구 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500" b="1" dirty="0">
                          <a:solidFill>
                            <a:srgbClr val="FFFFFF"/>
                          </a:solidFill>
                        </a:rPr>
                        <a:t>기 술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500" b="1" dirty="0" err="1">
                          <a:solidFill>
                            <a:srgbClr val="FFFFFF"/>
                          </a:solidFill>
                        </a:rPr>
                        <a:t>버</a:t>
                      </a:r>
                      <a:r>
                        <a:rPr lang="ko-KR" altLang="en-US" sz="3500" b="1" dirty="0">
                          <a:solidFill>
                            <a:srgbClr val="FFFFFF"/>
                          </a:solidFill>
                        </a:rPr>
                        <a:t> 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500" b="1" dirty="0">
                          <a:solidFill>
                            <a:srgbClr val="FFFFFF"/>
                          </a:solidFill>
                        </a:rPr>
                        <a:t>용 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05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was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Apache Tomcat</a:t>
                      </a:r>
                      <a:endParaRPr lang="ko-KR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10</a:t>
                      </a:r>
                      <a:endParaRPr lang="ko-KR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054">
                <a:tc rowSpan="3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MySQL</a:t>
                      </a:r>
                      <a:endParaRPr lang="ko-KR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8.0.33</a:t>
                      </a:r>
                      <a:endParaRPr lang="ko-KR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메인 데이터베이스 </a:t>
                      </a:r>
                      <a:r>
                        <a:rPr lang="en-US" altLang="ko-KR" sz="2800" dirty="0"/>
                        <a:t>(</a:t>
                      </a:r>
                      <a:r>
                        <a:rPr lang="ko-KR" altLang="en-US" sz="2800" dirty="0"/>
                        <a:t>운영</a:t>
                      </a:r>
                      <a:r>
                        <a:rPr lang="en-US" altLang="ko-KR" sz="28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/>
                        <a:t>HikariCP</a:t>
                      </a:r>
                      <a:endParaRPr lang="ko-KR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Spring Boot </a:t>
                      </a:r>
                      <a:r>
                        <a:rPr lang="ko-KR" altLang="en-US" sz="2800" dirty="0"/>
                        <a:t>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커넥션 풀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H2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800" dirty="0"/>
                        <a:t>테스트용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인메모리 테스트 </a:t>
                      </a:r>
                      <a:r>
                        <a:rPr lang="en-US" altLang="ko-KR" sz="2800" dirty="0"/>
                        <a:t>DB</a:t>
                      </a:r>
                      <a:endParaRPr lang="ko-KR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054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Development Tool</a:t>
                      </a:r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Gradle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dirty="0"/>
                        <a:t>8.4+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빌드 자동화 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Spring Boot </a:t>
                      </a:r>
                      <a:r>
                        <a:rPr lang="en-US" sz="2800" dirty="0" err="1"/>
                        <a:t>DevTools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dirty="0"/>
                        <a:t>3.2.0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핫 리로드</a:t>
                      </a:r>
                      <a:r>
                        <a:rPr lang="en-US" altLang="ko-KR" sz="2800"/>
                        <a:t>, </a:t>
                      </a:r>
                      <a:r>
                        <a:rPr lang="ko-KR" altLang="en-US" sz="2800"/>
                        <a:t>자동 재시작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버전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JUnit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Spring Boot </a:t>
                      </a:r>
                      <a:r>
                        <a:rPr lang="ko-KR" altLang="en-US" sz="2800" dirty="0"/>
                        <a:t>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테스트 프레임워크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4054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Library</a:t>
                      </a:r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Lombok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Spring Boot </a:t>
                      </a:r>
                      <a:r>
                        <a:rPr lang="ko-KR" altLang="en-US" sz="2800" dirty="0"/>
                        <a:t>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 err="1"/>
                        <a:t>보일러플레이트</a:t>
                      </a:r>
                      <a:r>
                        <a:rPr lang="ko-KR" altLang="en-US" sz="2800" dirty="0"/>
                        <a:t> 코드 제거 </a:t>
                      </a:r>
                      <a:r>
                        <a:rPr lang="en-US" altLang="ko-KR" sz="2800" dirty="0"/>
                        <a:t>(Getter/Setter)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MyBatis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/>
                        <a:t>3.0.3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dirty="0"/>
                        <a:t>SQL </a:t>
                      </a:r>
                      <a:r>
                        <a:rPr lang="ko-KR" altLang="en-US" sz="2800" dirty="0" err="1"/>
                        <a:t>매퍼</a:t>
                      </a:r>
                      <a:r>
                        <a:rPr lang="ko-KR" altLang="en-US" sz="2800" dirty="0"/>
                        <a:t> 프레임워크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340502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 err="1"/>
                        <a:t>MyBatis</a:t>
                      </a:r>
                      <a:r>
                        <a:rPr lang="en-US" sz="2800" dirty="0"/>
                        <a:t> Spring Boot Starter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/>
                        <a:t>3.0.3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MyBatis</a:t>
                      </a:r>
                      <a:r>
                        <a:rPr lang="en-US" sz="2800" dirty="0"/>
                        <a:t> Spring Boot </a:t>
                      </a:r>
                      <a:r>
                        <a:rPr lang="ko-KR" altLang="en-US" sz="2800" dirty="0"/>
                        <a:t>통합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482923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Jackson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Spring Boot </a:t>
                      </a:r>
                      <a:r>
                        <a:rPr lang="ko-KR" altLang="en-US" sz="2800" dirty="0"/>
                        <a:t>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800" dirty="0"/>
                        <a:t>JSON </a:t>
                      </a:r>
                      <a:r>
                        <a:rPr lang="ko-KR" altLang="en-US" sz="2800" dirty="0"/>
                        <a:t>직렬화</a:t>
                      </a:r>
                      <a:r>
                        <a:rPr lang="en-US" altLang="ko-KR" sz="2800" dirty="0"/>
                        <a:t>/</a:t>
                      </a:r>
                      <a:r>
                        <a:rPr lang="ko-KR" altLang="en-US" sz="2800" dirty="0"/>
                        <a:t>역직렬화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Spring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Spring Boot </a:t>
                      </a:r>
                      <a:r>
                        <a:rPr lang="ko-KR" altLang="en-US" sz="2800" dirty="0"/>
                        <a:t>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데이터 유효성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62888"/>
                  </a:ext>
                </a:extLst>
              </a:tr>
              <a:tr h="694054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MySQL Connector/J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dirty="0"/>
                        <a:t>8.0.33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MySQL JDBC </a:t>
                      </a:r>
                      <a:r>
                        <a:rPr lang="ko-KR" altLang="en-US" sz="2800" dirty="0"/>
                        <a:t>드라이버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70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0B1F-109E-DAF7-841C-69EA7197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D7D4B2F-9A5D-611B-5D8F-867619D9A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5334000"/>
            <a:ext cx="1473200" cy="1473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D43870DE-4736-C299-27A3-597EE4CF1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3400" y="5143500"/>
            <a:ext cx="8255000" cy="43561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00604E71-F29A-4274-409C-714F8053F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02F42079-47A2-3C6D-79FB-E1A130660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300" y="7175500"/>
            <a:ext cx="10401300" cy="381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CCAC2F8E-3C8C-BA86-6926-D7BEDD9EF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6900" y="8750300"/>
            <a:ext cx="1473200" cy="1473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85BA40B4-9220-E322-BDBC-9226B7544D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0500" y="8724900"/>
            <a:ext cx="1473200" cy="14732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E0342E3E-B48A-EDCD-1FFC-3D981B6511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100" y="8737600"/>
            <a:ext cx="1473200" cy="14732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222B52A6-1FE7-8504-7C63-4172C50DE3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9100" y="5384800"/>
            <a:ext cx="1473200" cy="14732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9D47F1C7-074A-B565-23FB-E32729A20A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8750300"/>
            <a:ext cx="1473200" cy="14732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60FFB3F1-3B2B-F1D5-086A-3516CCC177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5372100"/>
            <a:ext cx="1473200" cy="14732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53EC3673-2F4E-10C6-FB6E-90202E142A58}"/>
              </a:ext>
            </a:extLst>
          </p:cNvPr>
          <p:cNvSpPr txBox="1"/>
          <p:nvPr/>
        </p:nvSpPr>
        <p:spPr>
          <a:xfrm>
            <a:off x="4762500" y="4279900"/>
            <a:ext cx="23241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최우선</a:t>
            </a:r>
            <a:r>
              <a:rPr lang="en-US" sz="2666" b="0" i="0" u="none" strike="noStrike">
                <a:solidFill>
                  <a:srgbClr val="FFFFFF"/>
                </a:solidFill>
                <a:latin typeface="Black Han Sans"/>
              </a:rPr>
              <a:t> </a:t>
            </a:r>
            <a:r>
              <a:rPr lang="ko-KR" sz="2666" b="0" i="0" u="none" strike="noStrike">
                <a:solidFill>
                  <a:srgbClr val="FFFFFF"/>
                </a:solidFill>
                <a:ea typeface="Black Han Sans"/>
              </a:rPr>
              <a:t>개선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2E84CD23-304E-5D11-5E2C-F7EC06B48A6F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dirty="0">
                <a:solidFill>
                  <a:srgbClr val="FFFFFF"/>
                </a:solidFill>
                <a:ea typeface="Black Han Sans"/>
              </a:rPr>
              <a:t>프로젝트 구현 툴</a:t>
            </a:r>
            <a:r>
              <a:rPr lang="en-US" altLang="ko-KR" sz="5600" dirty="0">
                <a:solidFill>
                  <a:srgbClr val="FFFFFF"/>
                </a:solidFill>
                <a:ea typeface="Black Han Sans"/>
              </a:rPr>
              <a:t>(2/2)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C9E59E29-A324-2112-92FA-F03A67323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312143"/>
              </p:ext>
            </p:extLst>
          </p:nvPr>
        </p:nvGraphicFramePr>
        <p:xfrm>
          <a:off x="762000" y="2590800"/>
          <a:ext cx="22860000" cy="10553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586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500" b="1" dirty="0">
                          <a:solidFill>
                            <a:srgbClr val="FFFFFF"/>
                          </a:solidFill>
                        </a:rPr>
                        <a:t>구 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500" b="1" dirty="0">
                          <a:solidFill>
                            <a:srgbClr val="FFFFFF"/>
                          </a:solidFill>
                        </a:rPr>
                        <a:t>기 술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500" b="1" dirty="0" err="1">
                          <a:solidFill>
                            <a:srgbClr val="FFFFFF"/>
                          </a:solidFill>
                        </a:rPr>
                        <a:t>버</a:t>
                      </a:r>
                      <a:r>
                        <a:rPr lang="ko-KR" altLang="en-US" sz="3500" b="1" dirty="0">
                          <a:solidFill>
                            <a:srgbClr val="FFFFFF"/>
                          </a:solidFill>
                        </a:rPr>
                        <a:t> 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500" b="1" dirty="0">
                          <a:solidFill>
                            <a:srgbClr val="FFFFFF"/>
                          </a:solidFill>
                        </a:rPr>
                        <a:t>용 도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10"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Front-end</a:t>
                      </a:r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 err="1"/>
                        <a:t>Thymeleaf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Spring Boot </a:t>
                      </a:r>
                      <a:r>
                        <a:rPr lang="ko-KR" altLang="en-US" sz="2800"/>
                        <a:t>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서버 사이드 템플릿 엔진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HTML5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마크업 언어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CSS3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스타일시트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JavaScript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ES6+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클라이언트 스크립트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jQuery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/>
                        <a:t>3.6.0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JavaScript </a:t>
                      </a:r>
                      <a:r>
                        <a:rPr lang="ko-KR" altLang="en-US" sz="2800"/>
                        <a:t>라이브러리 </a:t>
                      </a:r>
                      <a:r>
                        <a:rPr lang="en-US" altLang="ko-KR" sz="2800"/>
                        <a:t>(</a:t>
                      </a:r>
                      <a:r>
                        <a:rPr lang="en-US" sz="2800"/>
                        <a:t>CDN)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Font Awesome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/>
                        <a:t>6.0.0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아이콘 라이브러리 </a:t>
                      </a:r>
                      <a:r>
                        <a:rPr lang="en-US" altLang="ko-KR" sz="2800"/>
                        <a:t>(CDN)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Google Fonts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웹 폰트 </a:t>
                      </a:r>
                      <a:r>
                        <a:rPr lang="en-US" altLang="ko-KR" sz="2800" dirty="0"/>
                        <a:t>(</a:t>
                      </a:r>
                      <a:r>
                        <a:rPr lang="en-US" sz="2800" dirty="0"/>
                        <a:t>Noto Sans KR)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291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Back-end</a:t>
                      </a:r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Java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프로그래밍 언어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Spring Boot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dirty="0"/>
                        <a:t>3.2.0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애플리케이션 프레임워크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Spring Web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dirty="0"/>
                        <a:t>3.2.0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/>
                        <a:t>웹 애플리케이션 개발 </a:t>
                      </a:r>
                      <a:r>
                        <a:rPr lang="en-US" altLang="ko-KR" sz="2800"/>
                        <a:t>(MVC, REST 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340502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MyBatis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dirty="0"/>
                        <a:t>3.0.3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ORM (SQL </a:t>
                      </a:r>
                      <a:r>
                        <a:rPr lang="ko-KR" altLang="en-US" sz="2800" dirty="0"/>
                        <a:t>매핑</a:t>
                      </a:r>
                      <a:r>
                        <a:rPr lang="en-US" altLang="ko-KR" sz="28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482923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Spring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dirty="0"/>
                        <a:t>3.2.0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입력 데이터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42910">
                <a:tc vMerge="1"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 err="1"/>
                        <a:t>Logback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Spring Boot </a:t>
                      </a:r>
                      <a:r>
                        <a:rPr lang="ko-KR" altLang="en-US" sz="2800" dirty="0"/>
                        <a:t>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800" dirty="0"/>
                        <a:t>로깅 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62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664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0EDEC-08EE-E211-A685-E760A02B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>
            <a:extLst>
              <a:ext uri="{FF2B5EF4-FFF2-40B4-BE49-F238E27FC236}">
                <a16:creationId xmlns:a16="http://schemas.microsoft.com/office/drawing/2014/main" id="{F4A748C2-92C9-1D48-6636-39DF1777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5054600" y="7264400"/>
            <a:ext cx="6946900" cy="38100"/>
          </a:xfrm>
          <a:prstGeom prst="rect">
            <a:avLst/>
          </a:prstGeom>
        </p:spPr>
      </p:pic>
      <p:sp>
        <p:nvSpPr>
          <p:cNvPr id="48" name="TextBox 48">
            <a:extLst>
              <a:ext uri="{FF2B5EF4-FFF2-40B4-BE49-F238E27FC236}">
                <a16:creationId xmlns:a16="http://schemas.microsoft.com/office/drawing/2014/main" id="{97863F43-B1D2-A5A2-F361-9B61675944A8}"/>
              </a:ext>
            </a:extLst>
          </p:cNvPr>
          <p:cNvSpPr txBox="1"/>
          <p:nvPr/>
        </p:nvSpPr>
        <p:spPr>
          <a:xfrm>
            <a:off x="1422400" y="571500"/>
            <a:ext cx="9575800" cy="990600"/>
          </a:xfrm>
          <a:prstGeom prst="rect">
            <a:avLst/>
          </a:prstGeom>
        </p:spPr>
        <p:txBody>
          <a:bodyPr lIns="0" tIns="71120" rIns="0" bIns="7112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600" b="0" i="0" u="none" strike="noStrike" dirty="0">
                <a:solidFill>
                  <a:srgbClr val="FFFFFF"/>
                </a:solidFill>
                <a:ea typeface="Black Han Sans"/>
              </a:rPr>
              <a:t>확장 방향 및 기대 효과</a:t>
            </a:r>
            <a:endParaRPr lang="en-US" altLang="ko-KR" sz="5600" b="0" i="0" u="none" strike="noStrike" dirty="0">
              <a:solidFill>
                <a:srgbClr val="FFFFFF"/>
              </a:solidFill>
              <a:ea typeface="Black Han San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D0AC779-0A1E-1AC8-0AC3-CE7223FFF057}"/>
              </a:ext>
            </a:extLst>
          </p:cNvPr>
          <p:cNvSpPr/>
          <p:nvPr/>
        </p:nvSpPr>
        <p:spPr>
          <a:xfrm>
            <a:off x="3479800" y="2508250"/>
            <a:ext cx="4749800" cy="901700"/>
          </a:xfrm>
          <a:prstGeom prst="roundRect">
            <a:avLst/>
          </a:prstGeom>
          <a:solidFill>
            <a:srgbClr val="37DECD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500" dirty="0">
                <a:solidFill>
                  <a:schemeClr val="tx1"/>
                </a:solidFill>
              </a:rPr>
              <a:t>확장 방향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1BD16EE-9EAA-A510-A573-EC627EA97A7F}"/>
              </a:ext>
            </a:extLst>
          </p:cNvPr>
          <p:cNvSpPr/>
          <p:nvPr/>
        </p:nvSpPr>
        <p:spPr>
          <a:xfrm>
            <a:off x="15773400" y="2508250"/>
            <a:ext cx="4749800" cy="901700"/>
          </a:xfrm>
          <a:prstGeom prst="roundRect">
            <a:avLst/>
          </a:prstGeom>
          <a:solidFill>
            <a:srgbClr val="37DECD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500" dirty="0">
                <a:solidFill>
                  <a:schemeClr val="tx1"/>
                </a:solidFill>
              </a:rPr>
              <a:t>기대 효과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47B189A-6024-CAF2-B949-7387090333AA}"/>
              </a:ext>
            </a:extLst>
          </p:cNvPr>
          <p:cNvSpPr/>
          <p:nvPr/>
        </p:nvSpPr>
        <p:spPr>
          <a:xfrm>
            <a:off x="381000" y="3810000"/>
            <a:ext cx="11353800" cy="933450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600" b="1" dirty="0"/>
              <a:t>확장 방향</a:t>
            </a:r>
            <a:endParaRPr lang="ko-KR" altLang="en-US" sz="2600" b="1" dirty="0">
              <a:solidFill>
                <a:schemeClr val="tx1"/>
              </a:solidFill>
            </a:endParaRPr>
          </a:p>
          <a:p>
            <a:r>
              <a:rPr lang="en-US" altLang="ko-KR" sz="2600" b="1" dirty="0">
                <a:solidFill>
                  <a:schemeClr val="tx1"/>
                </a:solidFill>
              </a:rPr>
              <a:t>1. </a:t>
            </a:r>
            <a:r>
              <a:rPr lang="ko-KR" altLang="en-US" sz="2600" b="1" dirty="0">
                <a:solidFill>
                  <a:schemeClr val="tx1"/>
                </a:solidFill>
              </a:rPr>
              <a:t>기술적 확장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모바일 앱 개발</a:t>
            </a:r>
            <a:r>
              <a:rPr lang="en-US" altLang="ko-KR" sz="2600" dirty="0">
                <a:solidFill>
                  <a:schemeClr val="tx1"/>
                </a:solidFill>
              </a:rPr>
              <a:t>: React </a:t>
            </a:r>
            <a:r>
              <a:rPr lang="ko-KR" altLang="en-US" sz="2600" dirty="0">
                <a:solidFill>
                  <a:schemeClr val="tx1"/>
                </a:solidFill>
              </a:rPr>
              <a:t>또는 </a:t>
            </a:r>
            <a:r>
              <a:rPr lang="en-US" altLang="ko-KR" sz="2600" dirty="0">
                <a:solidFill>
                  <a:schemeClr val="tx1"/>
                </a:solidFill>
              </a:rPr>
              <a:t>Flutter</a:t>
            </a:r>
            <a:r>
              <a:rPr lang="ko-KR" altLang="en-US" sz="2600" dirty="0">
                <a:solidFill>
                  <a:schemeClr val="tx1"/>
                </a:solidFill>
              </a:rPr>
              <a:t>를 활용한 </a:t>
            </a:r>
            <a:r>
              <a:rPr lang="en-US" altLang="ko-KR" sz="2600" dirty="0">
                <a:solidFill>
                  <a:schemeClr val="tx1"/>
                </a:solidFill>
              </a:rPr>
              <a:t>Android/iOS </a:t>
            </a:r>
            <a:r>
              <a:rPr lang="ko-KR" altLang="en-US" sz="2600" dirty="0">
                <a:solidFill>
                  <a:schemeClr val="tx1"/>
                </a:solidFill>
              </a:rPr>
              <a:t>앱 출시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실시간 알림 시스템</a:t>
            </a:r>
            <a:r>
              <a:rPr lang="en-US" altLang="ko-KR" sz="2600" dirty="0">
                <a:solidFill>
                  <a:schemeClr val="tx1"/>
                </a:solidFill>
              </a:rPr>
              <a:t>: WebSocket </a:t>
            </a:r>
            <a:r>
              <a:rPr lang="ko-KR" altLang="en-US" sz="2600" dirty="0">
                <a:solidFill>
                  <a:schemeClr val="tx1"/>
                </a:solidFill>
              </a:rPr>
              <a:t>기반 주문</a:t>
            </a:r>
            <a:r>
              <a:rPr lang="en-US" altLang="ko-KR" sz="2600" dirty="0">
                <a:solidFill>
                  <a:schemeClr val="tx1"/>
                </a:solidFill>
              </a:rPr>
              <a:t>/</a:t>
            </a:r>
            <a:r>
              <a:rPr lang="ko-KR" altLang="en-US" sz="2600" dirty="0">
                <a:solidFill>
                  <a:schemeClr val="tx1"/>
                </a:solidFill>
              </a:rPr>
              <a:t>배송 알림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프로모션 푸시 알림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결제 시스템 고도화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간편결제</a:t>
            </a:r>
            <a:r>
              <a:rPr lang="en-US" altLang="ko-KR" sz="2600" dirty="0">
                <a:solidFill>
                  <a:schemeClr val="tx1"/>
                </a:solidFill>
              </a:rPr>
              <a:t>(</a:t>
            </a:r>
            <a:r>
              <a:rPr lang="ko-KR" altLang="en-US" sz="2600" dirty="0">
                <a:solidFill>
                  <a:schemeClr val="tx1"/>
                </a:solidFill>
              </a:rPr>
              <a:t>카카오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네이버페이</a:t>
            </a:r>
            <a:r>
              <a:rPr lang="en-US" altLang="ko-KR" sz="2600" dirty="0">
                <a:solidFill>
                  <a:schemeClr val="tx1"/>
                </a:solidFill>
              </a:rPr>
              <a:t>), </a:t>
            </a:r>
            <a:r>
              <a:rPr lang="ko-KR" altLang="en-US" sz="2600" dirty="0">
                <a:solidFill>
                  <a:schemeClr val="tx1"/>
                </a:solidFill>
              </a:rPr>
              <a:t>포인트</a:t>
            </a:r>
            <a:r>
              <a:rPr lang="en-US" altLang="ko-KR" sz="2600" dirty="0">
                <a:solidFill>
                  <a:schemeClr val="tx1"/>
                </a:solidFill>
              </a:rPr>
              <a:t>/</a:t>
            </a:r>
            <a:r>
              <a:rPr lang="ko-KR" altLang="en-US" sz="2600" dirty="0">
                <a:solidFill>
                  <a:schemeClr val="tx1"/>
                </a:solidFill>
              </a:rPr>
              <a:t>쿠폰 시스템 추가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AI </a:t>
            </a:r>
            <a:r>
              <a:rPr lang="ko-KR" altLang="en-US" sz="2600" b="1" dirty="0">
                <a:solidFill>
                  <a:schemeClr val="tx1"/>
                </a:solidFill>
              </a:rPr>
              <a:t>추천 시스템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구매 이력 기반 상품 추천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개인화된 시장</a:t>
            </a:r>
            <a:r>
              <a:rPr lang="en-US" altLang="ko-KR" sz="2600" dirty="0">
                <a:solidFill>
                  <a:schemeClr val="tx1"/>
                </a:solidFill>
              </a:rPr>
              <a:t>/</a:t>
            </a:r>
            <a:r>
              <a:rPr lang="ko-KR" altLang="en-US" sz="2600" dirty="0">
                <a:solidFill>
                  <a:schemeClr val="tx1"/>
                </a:solidFill>
              </a:rPr>
              <a:t>가게 추천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빅데이터 분석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판매 데이터 분석 대시보드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트렌드 분석 및 재고 관리 최적화</a:t>
            </a:r>
            <a:endParaRPr lang="en-US" altLang="ko-KR" sz="2600" dirty="0">
              <a:solidFill>
                <a:schemeClr val="tx1"/>
              </a:solidFill>
            </a:endParaRPr>
          </a:p>
          <a:p>
            <a:endParaRPr lang="ko-KR" altLang="en-US" sz="2600" dirty="0">
              <a:solidFill>
                <a:schemeClr val="tx1"/>
              </a:solidFill>
            </a:endParaRPr>
          </a:p>
          <a:p>
            <a:r>
              <a:rPr lang="en-US" altLang="ko-KR" sz="2600" b="1" dirty="0">
                <a:solidFill>
                  <a:schemeClr val="tx1"/>
                </a:solidFill>
              </a:rPr>
              <a:t>2. </a:t>
            </a:r>
            <a:r>
              <a:rPr lang="ko-KR" altLang="en-US" sz="2600" b="1" dirty="0">
                <a:solidFill>
                  <a:schemeClr val="tx1"/>
                </a:solidFill>
              </a:rPr>
              <a:t>비즈니스 확장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배달 서비스 연동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배달 대행 업체 </a:t>
            </a:r>
            <a:r>
              <a:rPr lang="en-US" altLang="ko-KR" sz="2600" dirty="0">
                <a:solidFill>
                  <a:schemeClr val="tx1"/>
                </a:solidFill>
              </a:rPr>
              <a:t>API </a:t>
            </a:r>
            <a:r>
              <a:rPr lang="ko-KR" altLang="en-US" sz="2600" dirty="0">
                <a:solidFill>
                  <a:schemeClr val="tx1"/>
                </a:solidFill>
              </a:rPr>
              <a:t>연동으로 당일 배송 서비스 제공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정기 구독 서비스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신선식품 정기 배송 구독 모델 도입</a:t>
            </a:r>
            <a:endParaRPr lang="en-US" altLang="ko-KR" sz="2600" dirty="0">
              <a:solidFill>
                <a:schemeClr val="tx1"/>
              </a:solidFill>
            </a:endParaRPr>
          </a:p>
          <a:p>
            <a:endParaRPr lang="ko-KR" altLang="en-US" sz="2600" dirty="0">
              <a:solidFill>
                <a:schemeClr val="tx1"/>
              </a:solidFill>
            </a:endParaRPr>
          </a:p>
          <a:p>
            <a:r>
              <a:rPr lang="en-US" altLang="ko-KR" sz="2600" b="1" dirty="0">
                <a:solidFill>
                  <a:schemeClr val="tx1"/>
                </a:solidFill>
              </a:rPr>
              <a:t>3. </a:t>
            </a:r>
            <a:r>
              <a:rPr lang="ko-KR" altLang="en-US" sz="2600" b="1" dirty="0">
                <a:solidFill>
                  <a:schemeClr val="tx1"/>
                </a:solidFill>
              </a:rPr>
              <a:t>커뮤니티 및 콘텐츠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소셜 기능 강화</a:t>
            </a:r>
            <a:r>
              <a:rPr lang="en-US" altLang="ko-KR" sz="2600" dirty="0">
                <a:solidFill>
                  <a:schemeClr val="tx1"/>
                </a:solidFill>
              </a:rPr>
              <a:t>: SNS </a:t>
            </a:r>
            <a:r>
              <a:rPr lang="ko-KR" altLang="en-US" sz="2600" dirty="0">
                <a:solidFill>
                  <a:schemeClr val="tx1"/>
                </a:solidFill>
              </a:rPr>
              <a:t>공유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상품 리뷰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포토 리뷰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 err="1">
                <a:solidFill>
                  <a:schemeClr val="tx1"/>
                </a:solidFill>
              </a:rPr>
              <a:t>별점</a:t>
            </a:r>
            <a:r>
              <a:rPr lang="ko-KR" altLang="en-US" sz="2600" dirty="0">
                <a:solidFill>
                  <a:schemeClr val="tx1"/>
                </a:solidFill>
              </a:rPr>
              <a:t> 시스템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콘텐츠 마케팅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전통시장 스토리텔링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상인 인터뷰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레시피 콘텐츠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이벤트 기능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할인 쿠폰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타임세일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시즌 이벤트 관리 시스템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DECD11F-8A20-645E-E44A-C9A20F329AF9}"/>
              </a:ext>
            </a:extLst>
          </p:cNvPr>
          <p:cNvSpPr/>
          <p:nvPr/>
        </p:nvSpPr>
        <p:spPr>
          <a:xfrm>
            <a:off x="12496800" y="3810000"/>
            <a:ext cx="11353800" cy="9336958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600" b="1" dirty="0">
                <a:solidFill>
                  <a:schemeClr val="tx1"/>
                </a:solidFill>
              </a:rPr>
              <a:t>1. </a:t>
            </a:r>
            <a:r>
              <a:rPr lang="ko-KR" altLang="en-US" sz="2600" b="1" dirty="0">
                <a:solidFill>
                  <a:schemeClr val="tx1"/>
                </a:solidFill>
              </a:rPr>
              <a:t>경제적 효과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전통시장 매출 증대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온라인 판로 확대로 </a:t>
            </a:r>
            <a:r>
              <a:rPr lang="en-US" altLang="ko-KR" sz="2600" dirty="0">
                <a:solidFill>
                  <a:schemeClr val="tx1"/>
                </a:solidFill>
              </a:rPr>
              <a:t>30~50% </a:t>
            </a:r>
            <a:r>
              <a:rPr lang="ko-KR" altLang="en-US" sz="2600" dirty="0">
                <a:solidFill>
                  <a:schemeClr val="tx1"/>
                </a:solidFill>
              </a:rPr>
              <a:t>매출 증가 기대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소상공인 수익 향상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직거래 플랫폼으로 중간 유통 마진 절감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청년 일자리 창출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플랫폼 운영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배송</a:t>
            </a:r>
            <a:r>
              <a:rPr lang="en-US" altLang="ko-KR" sz="2600" dirty="0">
                <a:solidFill>
                  <a:schemeClr val="tx1"/>
                </a:solidFill>
              </a:rPr>
              <a:t>, CS </a:t>
            </a:r>
            <a:r>
              <a:rPr lang="ko-KR" altLang="en-US" sz="2600" dirty="0">
                <a:solidFill>
                  <a:schemeClr val="tx1"/>
                </a:solidFill>
              </a:rPr>
              <a:t>등 신규 일자리 발생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지역 경제 활성화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지역 화폐 연동</a:t>
            </a:r>
            <a:r>
              <a:rPr lang="en-US" altLang="ko-KR" sz="2600" dirty="0">
                <a:solidFill>
                  <a:schemeClr val="tx1"/>
                </a:solidFill>
              </a:rPr>
              <a:t>, </a:t>
            </a:r>
            <a:r>
              <a:rPr lang="ko-KR" altLang="en-US" sz="2600" dirty="0">
                <a:solidFill>
                  <a:schemeClr val="tx1"/>
                </a:solidFill>
              </a:rPr>
              <a:t>관광 연계로 지역 경제 순환 촉진</a:t>
            </a:r>
          </a:p>
          <a:p>
            <a:endParaRPr lang="en-US" altLang="ko-KR" sz="2600" b="1" dirty="0">
              <a:solidFill>
                <a:schemeClr val="tx1"/>
              </a:solidFill>
            </a:endParaRPr>
          </a:p>
          <a:p>
            <a:r>
              <a:rPr lang="en-US" altLang="ko-KR" sz="2600" b="1" dirty="0">
                <a:solidFill>
                  <a:schemeClr val="tx1"/>
                </a:solidFill>
              </a:rPr>
              <a:t>2. </a:t>
            </a:r>
            <a:r>
              <a:rPr lang="ko-KR" altLang="en-US" sz="2600" b="1" dirty="0">
                <a:solidFill>
                  <a:schemeClr val="tx1"/>
                </a:solidFill>
              </a:rPr>
              <a:t>사회적 효과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세대 간 디지털 격차 해소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전통시장 상인들의 디지털 전환 교육 및 지원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전통시장 브랜드 가치 제고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전통과 현대의 융합으로 긍정적 이미지 구축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로컬 </a:t>
            </a:r>
            <a:r>
              <a:rPr lang="ko-KR" altLang="en-US" sz="2600" b="1" dirty="0" err="1">
                <a:solidFill>
                  <a:schemeClr val="tx1"/>
                </a:solidFill>
              </a:rPr>
              <a:t>푸드</a:t>
            </a:r>
            <a:r>
              <a:rPr lang="ko-KR" altLang="en-US" sz="2600" b="1" dirty="0">
                <a:solidFill>
                  <a:schemeClr val="tx1"/>
                </a:solidFill>
              </a:rPr>
              <a:t> 활성화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신선하고 믿을 수 있는 지역 농수산물 소비 증대</a:t>
            </a:r>
            <a:endParaRPr lang="en-US" altLang="ko-KR" sz="2600" dirty="0">
              <a:solidFill>
                <a:schemeClr val="tx1"/>
              </a:solidFill>
            </a:endParaRPr>
          </a:p>
          <a:p>
            <a:endParaRPr lang="en-US" altLang="ko-KR" sz="2600" b="1" dirty="0">
              <a:solidFill>
                <a:schemeClr val="tx1"/>
              </a:solidFill>
            </a:endParaRPr>
          </a:p>
          <a:p>
            <a:r>
              <a:rPr lang="en-US" altLang="ko-KR" sz="2600" b="1" dirty="0">
                <a:solidFill>
                  <a:schemeClr val="tx1"/>
                </a:solidFill>
              </a:rPr>
              <a:t>3. </a:t>
            </a:r>
            <a:r>
              <a:rPr lang="ko-KR" altLang="en-US" sz="2600" b="1" dirty="0">
                <a:solidFill>
                  <a:schemeClr val="tx1"/>
                </a:solidFill>
              </a:rPr>
              <a:t>기술적 효과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디지털 전환 성공 모델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다른 전통시장 및 지역 상권으로 확산 가능한 레퍼런스</a:t>
            </a:r>
          </a:p>
          <a:p>
            <a:r>
              <a:rPr lang="en-US" altLang="ko-KR" sz="2600" b="1" dirty="0">
                <a:solidFill>
                  <a:schemeClr val="tx1"/>
                </a:solidFill>
              </a:rPr>
              <a:t> - </a:t>
            </a:r>
            <a:r>
              <a:rPr lang="ko-KR" altLang="en-US" sz="2600" b="1" dirty="0">
                <a:solidFill>
                  <a:schemeClr val="tx1"/>
                </a:solidFill>
              </a:rPr>
              <a:t>스마트 물류 시스템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효율적인 주문 처리 및 배송 시스템 구축</a:t>
            </a:r>
          </a:p>
          <a:p>
            <a:br>
              <a:rPr lang="en-US" altLang="ko-KR" sz="2600" b="1" dirty="0">
                <a:solidFill>
                  <a:schemeClr val="tx1"/>
                </a:solidFill>
              </a:rPr>
            </a:br>
            <a:r>
              <a:rPr lang="en-US" altLang="ko-KR" sz="2600" b="1" dirty="0">
                <a:solidFill>
                  <a:schemeClr val="tx1"/>
                </a:solidFill>
              </a:rPr>
              <a:t>4. </a:t>
            </a:r>
            <a:r>
              <a:rPr lang="ko-KR" altLang="en-US" sz="2600" b="1" dirty="0">
                <a:solidFill>
                  <a:schemeClr val="tx1"/>
                </a:solidFill>
              </a:rPr>
              <a:t>사용자 경험 개선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편리한 쇼핑 경험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집에서 전통시장 상품 구매 가능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신선도 보장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당일 배송으로 신선한 농수산물 제공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가격 경쟁력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중간 유통 단계 축소로 합리적인 가격</a:t>
            </a:r>
          </a:p>
          <a:p>
            <a:r>
              <a:rPr lang="ko-KR" altLang="en-US" sz="2600" b="1" dirty="0">
                <a:solidFill>
                  <a:schemeClr val="tx1"/>
                </a:solidFill>
              </a:rPr>
              <a:t> </a:t>
            </a:r>
            <a:r>
              <a:rPr lang="en-US" altLang="ko-KR" sz="2600" b="1" dirty="0">
                <a:solidFill>
                  <a:schemeClr val="tx1"/>
                </a:solidFill>
              </a:rPr>
              <a:t>- </a:t>
            </a:r>
            <a:r>
              <a:rPr lang="ko-KR" altLang="en-US" sz="2600" b="1" dirty="0">
                <a:solidFill>
                  <a:schemeClr val="tx1"/>
                </a:solidFill>
              </a:rPr>
              <a:t>다양한 선택</a:t>
            </a:r>
            <a:r>
              <a:rPr lang="en-US" altLang="ko-KR" sz="2600" dirty="0">
                <a:solidFill>
                  <a:schemeClr val="tx1"/>
                </a:solidFill>
              </a:rPr>
              <a:t>: </a:t>
            </a:r>
            <a:r>
              <a:rPr lang="ko-KR" altLang="en-US" sz="2600" dirty="0">
                <a:solidFill>
                  <a:schemeClr val="tx1"/>
                </a:solidFill>
              </a:rPr>
              <a:t>여러 시장의 상품을 한 곳에서 비교 구매</a:t>
            </a:r>
          </a:p>
        </p:txBody>
      </p:sp>
    </p:spTree>
    <p:extLst>
      <p:ext uri="{BB962C8B-B14F-4D97-AF65-F5344CB8AC3E}">
        <p14:creationId xmlns:p14="http://schemas.microsoft.com/office/powerpoint/2010/main" val="39570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사용자 지정 1">
      <a:majorFont>
        <a:latin typeface="Black Han Sans"/>
        <a:ea typeface="Black Han Sans"/>
        <a:cs typeface=""/>
      </a:majorFont>
      <a:minorFont>
        <a:latin typeface="Black Han Sans"/>
        <a:ea typeface="Black Han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1496</Words>
  <Application>Microsoft Office PowerPoint</Application>
  <PresentationFormat>사용자 지정</PresentationFormat>
  <Paragraphs>352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Wingdings</vt:lpstr>
      <vt:lpstr>Black Han Sans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 동익</cp:lastModifiedBy>
  <cp:revision>26</cp:revision>
  <dcterms:created xsi:type="dcterms:W3CDTF">2006-08-16T00:00:00Z</dcterms:created>
  <dcterms:modified xsi:type="dcterms:W3CDTF">2025-11-14T07:08:55Z</dcterms:modified>
</cp:coreProperties>
</file>